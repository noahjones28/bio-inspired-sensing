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" roundtripDataSignature="AMtx7miUW7jIFTqUzTm0/gTZ9jZzpPfp+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D665C5-D30B-CCC2-414A-969E53F4A417}" name="Noah Jones" initials="NJ" userId="S::Noah@familiajones.org::c7736cb5-d3f8-4f6c-bac8-cbab17b7e33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E0AB10-B87B-4E1E-858B-87DD406D48A3}" v="89" dt="2026-02-04T00:28:50.6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90"/>
      </p:cViewPr>
      <p:guideLst>
        <p:guide orient="horz" pos="288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customschemas.google.com/relationships/presentationmetadata" Target="metadata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ah Jones" userId="c7736cb5-d3f8-4f6c-bac8-cbab17b7e335" providerId="ADAL" clId="{DE6F2979-8802-45E4-AC9F-4DFC1B2772D2}"/>
    <pc:docChg chg="undo redo custSel addSld delSld modSld modMainMaster">
      <pc:chgData name="Noah Jones" userId="c7736cb5-d3f8-4f6c-bac8-cbab17b7e335" providerId="ADAL" clId="{DE6F2979-8802-45E4-AC9F-4DFC1B2772D2}" dt="2026-02-04T03:07:30.695" v="4659" actId="20577"/>
      <pc:docMkLst>
        <pc:docMk/>
      </pc:docMkLst>
      <pc:sldChg chg="addSp delSp modSp del mod modCm">
        <pc:chgData name="Noah Jones" userId="c7736cb5-d3f8-4f6c-bac8-cbab17b7e335" providerId="ADAL" clId="{DE6F2979-8802-45E4-AC9F-4DFC1B2772D2}" dt="2026-02-03T00:27:20.374" v="2234" actId="2696"/>
        <pc:sldMkLst>
          <pc:docMk/>
          <pc:sldMk cId="0" sldId="256"/>
        </pc:sldMkLst>
        <pc:spChg chg="mod">
          <ac:chgData name="Noah Jones" userId="c7736cb5-d3f8-4f6c-bac8-cbab17b7e335" providerId="ADAL" clId="{DE6F2979-8802-45E4-AC9F-4DFC1B2772D2}" dt="2026-02-03T00:01:13.788" v="1957" actId="1076"/>
          <ac:spMkLst>
            <pc:docMk/>
            <pc:sldMk cId="0" sldId="256"/>
            <ac:spMk id="57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oah Jones" userId="c7736cb5-d3f8-4f6c-bac8-cbab17b7e335" providerId="ADAL" clId="{DE6F2979-8802-45E4-AC9F-4DFC1B2772D2}" dt="2026-02-02T20:22:37.357" v="547" actId="20577"/>
              <pc2:cmMkLst xmlns:pc2="http://schemas.microsoft.com/office/powerpoint/2019/9/main/command">
                <pc:docMk/>
                <pc:sldMk cId="0" sldId="256"/>
                <pc2:cmMk id="{7226FAFA-E1DB-4C1E-8AE8-52F5D158E97E}"/>
              </pc2:cmMkLst>
            </pc226:cmChg>
          </p:ext>
        </pc:extLst>
      </pc:sldChg>
      <pc:sldChg chg="addSp delSp modSp new mod">
        <pc:chgData name="Noah Jones" userId="c7736cb5-d3f8-4f6c-bac8-cbab17b7e335" providerId="ADAL" clId="{DE6F2979-8802-45E4-AC9F-4DFC1B2772D2}" dt="2026-02-04T03:07:30.695" v="4659" actId="20577"/>
        <pc:sldMkLst>
          <pc:docMk/>
          <pc:sldMk cId="4239111177" sldId="258"/>
        </pc:sldMkLst>
        <pc:spChg chg="del">
          <ac:chgData name="Noah Jones" userId="c7736cb5-d3f8-4f6c-bac8-cbab17b7e335" providerId="ADAL" clId="{DE6F2979-8802-45E4-AC9F-4DFC1B2772D2}" dt="2026-02-03T00:01:03.238" v="1955" actId="478"/>
          <ac:spMkLst>
            <pc:docMk/>
            <pc:sldMk cId="4239111177" sldId="258"/>
            <ac:spMk id="2" creationId="{E2C528CD-CA3C-515D-5C27-66B1E412745F}"/>
          </ac:spMkLst>
        </pc:spChg>
        <pc:spChg chg="mod">
          <ac:chgData name="Noah Jones" userId="c7736cb5-d3f8-4f6c-bac8-cbab17b7e335" providerId="ADAL" clId="{DE6F2979-8802-45E4-AC9F-4DFC1B2772D2}" dt="2026-02-03T00:32:02.344" v="2271" actId="2711"/>
          <ac:spMkLst>
            <pc:docMk/>
            <pc:sldMk cId="4239111177" sldId="258"/>
            <ac:spMk id="3" creationId="{28354D9E-2BB9-132A-6C5C-68D7AB84BCB1}"/>
          </ac:spMkLst>
        </pc:spChg>
        <pc:spChg chg="del mod">
          <ac:chgData name="Noah Jones" userId="c7736cb5-d3f8-4f6c-bac8-cbab17b7e335" providerId="ADAL" clId="{DE6F2979-8802-45E4-AC9F-4DFC1B2772D2}" dt="2026-02-03T00:00:54.387" v="1954" actId="478"/>
          <ac:spMkLst>
            <pc:docMk/>
            <pc:sldMk cId="4239111177" sldId="258"/>
            <ac:spMk id="4" creationId="{22533EE2-E19C-C9C9-632A-E0E32B620C4D}"/>
          </ac:spMkLst>
        </pc:spChg>
        <pc:spChg chg="mod">
          <ac:chgData name="Noah Jones" userId="c7736cb5-d3f8-4f6c-bac8-cbab17b7e335" providerId="ADAL" clId="{DE6F2979-8802-45E4-AC9F-4DFC1B2772D2}" dt="2026-02-04T00:21:24.344" v="4615"/>
          <ac:spMkLst>
            <pc:docMk/>
            <pc:sldMk cId="4239111177" sldId="258"/>
            <ac:spMk id="5" creationId="{FF6E70A8-A00C-4E8F-49EE-DF502F1EBFD5}"/>
          </ac:spMkLst>
        </pc:spChg>
        <pc:spChg chg="mod">
          <ac:chgData name="Noah Jones" userId="c7736cb5-d3f8-4f6c-bac8-cbab17b7e335" providerId="ADAL" clId="{DE6F2979-8802-45E4-AC9F-4DFC1B2772D2}" dt="2026-02-03T00:33:57.392" v="2287" actId="2711"/>
          <ac:spMkLst>
            <pc:docMk/>
            <pc:sldMk cId="4239111177" sldId="258"/>
            <ac:spMk id="6" creationId="{71FBFC21-2D6B-3F79-5B87-29F1309C815E}"/>
          </ac:spMkLst>
        </pc:spChg>
        <pc:spChg chg="mod">
          <ac:chgData name="Noah Jones" userId="c7736cb5-d3f8-4f6c-bac8-cbab17b7e335" providerId="ADAL" clId="{DE6F2979-8802-45E4-AC9F-4DFC1B2772D2}" dt="2026-02-04T00:29:40.013" v="4654"/>
          <ac:spMkLst>
            <pc:docMk/>
            <pc:sldMk cId="4239111177" sldId="258"/>
            <ac:spMk id="7" creationId="{CF98E8B8-B16F-26BA-0AF2-F18A16B95868}"/>
          </ac:spMkLst>
        </pc:spChg>
        <pc:spChg chg="mod">
          <ac:chgData name="Noah Jones" userId="c7736cb5-d3f8-4f6c-bac8-cbab17b7e335" providerId="ADAL" clId="{DE6F2979-8802-45E4-AC9F-4DFC1B2772D2}" dt="2026-02-03T00:33:44.795" v="2284" actId="2711"/>
          <ac:spMkLst>
            <pc:docMk/>
            <pc:sldMk cId="4239111177" sldId="258"/>
            <ac:spMk id="8" creationId="{C882B19C-F2B2-22DD-0C68-D5DF75AE8A59}"/>
          </ac:spMkLst>
        </pc:spChg>
        <pc:spChg chg="mod">
          <ac:chgData name="Noah Jones" userId="c7736cb5-d3f8-4f6c-bac8-cbab17b7e335" providerId="ADAL" clId="{DE6F2979-8802-45E4-AC9F-4DFC1B2772D2}" dt="2026-02-04T00:23:59.420" v="4623" actId="20577"/>
          <ac:spMkLst>
            <pc:docMk/>
            <pc:sldMk cId="4239111177" sldId="258"/>
            <ac:spMk id="9" creationId="{751A2197-EA95-F4A6-D4EA-2AEF1FC741DE}"/>
          </ac:spMkLst>
        </pc:spChg>
        <pc:spChg chg="mod">
          <ac:chgData name="Noah Jones" userId="c7736cb5-d3f8-4f6c-bac8-cbab17b7e335" providerId="ADAL" clId="{DE6F2979-8802-45E4-AC9F-4DFC1B2772D2}" dt="2026-02-03T00:33:52.157" v="2286" actId="2711"/>
          <ac:spMkLst>
            <pc:docMk/>
            <pc:sldMk cId="4239111177" sldId="258"/>
            <ac:spMk id="10" creationId="{320285A0-E83C-0FA2-1F34-8C1903B9A363}"/>
          </ac:spMkLst>
        </pc:spChg>
        <pc:spChg chg="mod">
          <ac:chgData name="Noah Jones" userId="c7736cb5-d3f8-4f6c-bac8-cbab17b7e335" providerId="ADAL" clId="{DE6F2979-8802-45E4-AC9F-4DFC1B2772D2}" dt="2026-02-04T03:07:30.695" v="4659" actId="20577"/>
          <ac:spMkLst>
            <pc:docMk/>
            <pc:sldMk cId="4239111177" sldId="258"/>
            <ac:spMk id="11" creationId="{54EA7870-9C5B-2D8A-41E8-D7D248D6B68E}"/>
          </ac:spMkLst>
        </pc:spChg>
        <pc:spChg chg="add mod">
          <ac:chgData name="Noah Jones" userId="c7736cb5-d3f8-4f6c-bac8-cbab17b7e335" providerId="ADAL" clId="{DE6F2979-8802-45E4-AC9F-4DFC1B2772D2}" dt="2026-02-03T00:01:08.410" v="1956"/>
          <ac:spMkLst>
            <pc:docMk/>
            <pc:sldMk cId="4239111177" sldId="258"/>
            <ac:spMk id="12" creationId="{6A6244E3-B14A-E48E-6FA7-3379274B4E6A}"/>
          </ac:spMkLst>
        </pc:spChg>
        <pc:spChg chg="add mod">
          <ac:chgData name="Noah Jones" userId="c7736cb5-d3f8-4f6c-bac8-cbab17b7e335" providerId="ADAL" clId="{DE6F2979-8802-45E4-AC9F-4DFC1B2772D2}" dt="2026-02-03T00:01:08.410" v="1956"/>
          <ac:spMkLst>
            <pc:docMk/>
            <pc:sldMk cId="4239111177" sldId="258"/>
            <ac:spMk id="13" creationId="{25E25E94-E208-B185-68D1-9D7764D7E7D4}"/>
          </ac:spMkLst>
        </pc:spChg>
        <pc:spChg chg="add mod">
          <ac:chgData name="Noah Jones" userId="c7736cb5-d3f8-4f6c-bac8-cbab17b7e335" providerId="ADAL" clId="{DE6F2979-8802-45E4-AC9F-4DFC1B2772D2}" dt="2026-02-04T00:33:02.618" v="4655"/>
          <ac:spMkLst>
            <pc:docMk/>
            <pc:sldMk cId="4239111177" sldId="258"/>
            <ac:spMk id="14" creationId="{12D527B7-E9E0-2396-DCB2-20624E6FB2CC}"/>
          </ac:spMkLst>
        </pc:spChg>
        <pc:spChg chg="add mod">
          <ac:chgData name="Noah Jones" userId="c7736cb5-d3f8-4f6c-bac8-cbab17b7e335" providerId="ADAL" clId="{DE6F2979-8802-45E4-AC9F-4DFC1B2772D2}" dt="2026-02-03T00:01:17.320" v="1958"/>
          <ac:spMkLst>
            <pc:docMk/>
            <pc:sldMk cId="4239111177" sldId="258"/>
            <ac:spMk id="15" creationId="{5B2C5A3D-6B83-AE1C-4AB1-71A49D679999}"/>
          </ac:spMkLst>
        </pc:spChg>
      </pc:sldChg>
      <pc:sldChg chg="addSp modSp new mod">
        <pc:chgData name="Noah Jones" userId="c7736cb5-d3f8-4f6c-bac8-cbab17b7e335" providerId="ADAL" clId="{DE6F2979-8802-45E4-AC9F-4DFC1B2772D2}" dt="2026-02-03T23:18:11.545" v="4525" actId="20577"/>
        <pc:sldMkLst>
          <pc:docMk/>
          <pc:sldMk cId="1470983203" sldId="259"/>
        </pc:sldMkLst>
        <pc:spChg chg="add mod">
          <ac:chgData name="Noah Jones" userId="c7736cb5-d3f8-4f6c-bac8-cbab17b7e335" providerId="ADAL" clId="{DE6F2979-8802-45E4-AC9F-4DFC1B2772D2}" dt="2026-02-03T00:26:49.866" v="2233" actId="1076"/>
          <ac:spMkLst>
            <pc:docMk/>
            <pc:sldMk cId="1470983203" sldId="259"/>
            <ac:spMk id="3" creationId="{4E69C3A1-D73A-5FB7-6513-51604AB2A640}"/>
          </ac:spMkLst>
        </pc:spChg>
        <pc:spChg chg="add mod">
          <ac:chgData name="Noah Jones" userId="c7736cb5-d3f8-4f6c-bac8-cbab17b7e335" providerId="ADAL" clId="{DE6F2979-8802-45E4-AC9F-4DFC1B2772D2}" dt="2026-02-03T23:18:11.545" v="4525" actId="20577"/>
          <ac:spMkLst>
            <pc:docMk/>
            <pc:sldMk cId="1470983203" sldId="259"/>
            <ac:spMk id="4" creationId="{A3B18664-3E58-1439-3AFD-4978F55FC517}"/>
          </ac:spMkLst>
        </pc:spChg>
      </pc:sldChg>
      <pc:sldMasterChg chg="modSldLayout">
        <pc:chgData name="Noah Jones" userId="c7736cb5-d3f8-4f6c-bac8-cbab17b7e335" providerId="ADAL" clId="{DE6F2979-8802-45E4-AC9F-4DFC1B2772D2}" dt="2026-02-02T23:34:27.258" v="1041" actId="1076"/>
        <pc:sldMasterMkLst>
          <pc:docMk/>
          <pc:sldMasterMk cId="0" sldId="2147483648"/>
        </pc:sldMasterMkLst>
        <pc:sldLayoutChg chg="addSp delSp modSp mod">
          <pc:chgData name="Noah Jones" userId="c7736cb5-d3f8-4f6c-bac8-cbab17b7e335" providerId="ADAL" clId="{DE6F2979-8802-45E4-AC9F-4DFC1B2772D2}" dt="2026-02-02T23:34:27.258" v="1041" actId="1076"/>
          <pc:sldLayoutMkLst>
            <pc:docMk/>
            <pc:sldMasterMk cId="0" sldId="2147483648"/>
            <pc:sldLayoutMk cId="0" sldId="2147483649"/>
          </pc:sldLayoutMkLst>
          <pc:spChg chg="add mod">
            <ac:chgData name="Noah Jones" userId="c7736cb5-d3f8-4f6c-bac8-cbab17b7e335" providerId="ADAL" clId="{DE6F2979-8802-45E4-AC9F-4DFC1B2772D2}" dt="2026-02-02T23:33:52.451" v="1031" actId="1035"/>
            <ac:spMkLst>
              <pc:docMk/>
              <pc:sldMasterMk cId="0" sldId="2147483648"/>
              <pc:sldLayoutMk cId="0" sldId="2147483649"/>
              <ac:spMk id="3" creationId="{C267F121-EE0B-6770-2FD8-0153D09EE751}"/>
            </ac:spMkLst>
          </pc:spChg>
          <pc:spChg chg="add mod">
            <ac:chgData name="Noah Jones" userId="c7736cb5-d3f8-4f6c-bac8-cbab17b7e335" providerId="ADAL" clId="{DE6F2979-8802-45E4-AC9F-4DFC1B2772D2}" dt="2026-02-02T23:34:07.859" v="1035" actId="1076"/>
            <ac:spMkLst>
              <pc:docMk/>
              <pc:sldMasterMk cId="0" sldId="2147483648"/>
              <pc:sldLayoutMk cId="0" sldId="2147483649"/>
              <ac:spMk id="7" creationId="{D72DB285-A395-F967-F264-CFAFB03ECA4B}"/>
            </ac:spMkLst>
          </pc:spChg>
          <pc:spChg chg="add mod">
            <ac:chgData name="Noah Jones" userId="c7736cb5-d3f8-4f6c-bac8-cbab17b7e335" providerId="ADAL" clId="{DE6F2979-8802-45E4-AC9F-4DFC1B2772D2}" dt="2026-02-02T23:34:07.859" v="1035" actId="1076"/>
            <ac:spMkLst>
              <pc:docMk/>
              <pc:sldMasterMk cId="0" sldId="2147483648"/>
              <pc:sldLayoutMk cId="0" sldId="2147483649"/>
              <ac:spMk id="8" creationId="{305D5F9C-2069-C5BD-E544-35AD5E1C71F3}"/>
            </ac:spMkLst>
          </pc:spChg>
          <pc:spChg chg="add mod">
            <ac:chgData name="Noah Jones" userId="c7736cb5-d3f8-4f6c-bac8-cbab17b7e335" providerId="ADAL" clId="{DE6F2979-8802-45E4-AC9F-4DFC1B2772D2}" dt="2026-02-02T23:34:27.258" v="1041" actId="1076"/>
            <ac:spMkLst>
              <pc:docMk/>
              <pc:sldMasterMk cId="0" sldId="2147483648"/>
              <pc:sldLayoutMk cId="0" sldId="2147483649"/>
              <ac:spMk id="9" creationId="{CCC1E6F4-407C-EEE2-3558-03C289AE9FAB}"/>
            </ac:spMkLst>
          </pc:spChg>
          <pc:spChg chg="add mod">
            <ac:chgData name="Noah Jones" userId="c7736cb5-d3f8-4f6c-bac8-cbab17b7e335" providerId="ADAL" clId="{DE6F2979-8802-45E4-AC9F-4DFC1B2772D2}" dt="2026-02-02T23:34:27.258" v="1041" actId="1076"/>
            <ac:spMkLst>
              <pc:docMk/>
              <pc:sldMasterMk cId="0" sldId="2147483648"/>
              <pc:sldLayoutMk cId="0" sldId="2147483649"/>
              <ac:spMk id="10" creationId="{C3BEDADE-1B65-97C6-3D89-1E1CD43EBC54}"/>
            </ac:spMkLst>
          </pc:spChg>
          <pc:spChg chg="add mod">
            <ac:chgData name="Noah Jones" userId="c7736cb5-d3f8-4f6c-bac8-cbab17b7e335" providerId="ADAL" clId="{DE6F2979-8802-45E4-AC9F-4DFC1B2772D2}" dt="2026-02-02T23:34:27.258" v="1041" actId="1076"/>
            <ac:spMkLst>
              <pc:docMk/>
              <pc:sldMasterMk cId="0" sldId="2147483648"/>
              <pc:sldLayoutMk cId="0" sldId="2147483649"/>
              <ac:spMk id="11" creationId="{ED3F2C6E-5C66-7202-9D1E-DFF9E8926A1A}"/>
            </ac:spMkLst>
          </pc:spChg>
          <pc:spChg chg="mod">
            <ac:chgData name="Noah Jones" userId="c7736cb5-d3f8-4f6c-bac8-cbab17b7e335" providerId="ADAL" clId="{DE6F2979-8802-45E4-AC9F-4DFC1B2772D2}" dt="2026-02-02T23:33:25.988" v="1027" actId="554"/>
            <ac:spMkLst>
              <pc:docMk/>
              <pc:sldMasterMk cId="0" sldId="2147483648"/>
              <pc:sldLayoutMk cId="0" sldId="2147483649"/>
              <ac:spMk id="16" creationId="{00000000-0000-0000-0000-000000000000}"/>
            </ac:spMkLst>
          </pc:spChg>
          <pc:spChg chg="add mod">
            <ac:chgData name="Noah Jones" userId="c7736cb5-d3f8-4f6c-bac8-cbab17b7e335" providerId="ADAL" clId="{DE6F2979-8802-45E4-AC9F-4DFC1B2772D2}" dt="2026-02-02T23:34:27.258" v="1041" actId="1076"/>
            <ac:spMkLst>
              <pc:docMk/>
              <pc:sldMasterMk cId="0" sldId="2147483648"/>
              <pc:sldLayoutMk cId="0" sldId="2147483649"/>
              <ac:spMk id="23" creationId="{E6495F8B-E920-D1C1-F8CB-A342DEC71AA7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 userDrawn="1">
  <p:cSld name="Two Content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1" y="3810000"/>
            <a:ext cx="12152207" cy="0"/>
          </a:xfrm>
          <a:custGeom>
            <a:avLst/>
            <a:gdLst/>
            <a:ahLst/>
            <a:cxnLst/>
            <a:rect l="l" t="t" r="r" b="b"/>
            <a:pathLst>
              <a:path w="9114155" h="120000" extrusionOk="0">
                <a:moveTo>
                  <a:pt x="0" y="0"/>
                </a:moveTo>
                <a:lnTo>
                  <a:pt x="9114155" y="0"/>
                </a:lnTo>
              </a:path>
            </a:pathLst>
          </a:custGeom>
          <a:noFill/>
          <a:ln w="25400" cap="flat" cmpd="sng">
            <a:solidFill>
              <a:srgbClr val="182B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6090920" y="864869"/>
            <a:ext cx="0" cy="5963920"/>
          </a:xfrm>
          <a:custGeom>
            <a:avLst/>
            <a:gdLst/>
            <a:ahLst/>
            <a:cxnLst/>
            <a:rect l="l" t="t" r="r" b="b"/>
            <a:pathLst>
              <a:path w="120000" h="5963920" extrusionOk="0">
                <a:moveTo>
                  <a:pt x="0" y="0"/>
                </a:moveTo>
                <a:lnTo>
                  <a:pt x="0" y="5963478"/>
                </a:lnTo>
              </a:path>
            </a:pathLst>
          </a:custGeom>
          <a:noFill/>
          <a:ln w="25400" cap="flat" cmpd="sng">
            <a:solidFill>
              <a:srgbClr val="182B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1" y="818517"/>
            <a:ext cx="12186073" cy="45719"/>
          </a:xfrm>
          <a:custGeom>
            <a:avLst/>
            <a:gdLst/>
            <a:ahLst/>
            <a:cxnLst/>
            <a:rect l="l" t="t" r="r" b="b"/>
            <a:pathLst>
              <a:path w="9139555" h="864235" extrusionOk="0">
                <a:moveTo>
                  <a:pt x="0" y="864108"/>
                </a:moveTo>
                <a:lnTo>
                  <a:pt x="9139428" y="864108"/>
                </a:lnTo>
                <a:lnTo>
                  <a:pt x="9139428" y="0"/>
                </a:lnTo>
                <a:lnTo>
                  <a:pt x="0" y="0"/>
                </a:lnTo>
                <a:lnTo>
                  <a:pt x="0" y="864108"/>
                </a:lnTo>
                <a:close/>
              </a:path>
            </a:pathLst>
          </a:custGeom>
          <a:solidFill>
            <a:srgbClr val="182B4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896784" y="213469"/>
            <a:ext cx="4388272" cy="38472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500" b="1" i="0">
                <a:solidFill>
                  <a:srgbClr val="182B4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-4233" y="864236"/>
            <a:ext cx="608499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18" name="Google Shape;18;p3" descr="Image result for ucsd jsoe log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40784" y="51855"/>
            <a:ext cx="2190257" cy="54633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>
            <a:spLocks noGrp="1"/>
          </p:cNvSpPr>
          <p:nvPr>
            <p:ph type="body" idx="5"/>
          </p:nvPr>
        </p:nvSpPr>
        <p:spPr>
          <a:xfrm>
            <a:off x="10850563" y="212725"/>
            <a:ext cx="46037" cy="46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22" name="Google Shape;22;p3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59" y="156891"/>
            <a:ext cx="1828336" cy="50061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7F121-EE0B-6770-2FD8-0153D09EE75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-4233" y="1134053"/>
            <a:ext cx="6095147" cy="2682683"/>
          </a:xfrm>
        </p:spPr>
        <p:txBody>
          <a:bodyPr/>
          <a:lstStyle>
            <a:lvl1pPr>
              <a:lnSpc>
                <a:spcPct val="125000"/>
              </a:lnSpc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lnSpc>
                <a:spcPct val="125000"/>
              </a:lnSpc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2pPr>
            <a:lvl3pPr>
              <a:lnSpc>
                <a:spcPct val="125000"/>
              </a:lnSpc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3pPr>
            <a:lvl4pPr>
              <a:lnSpc>
                <a:spcPct val="125000"/>
              </a:lnSpc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4pPr>
            <a:lvl5pPr>
              <a:lnSpc>
                <a:spcPct val="125000"/>
              </a:lnSpc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Google Shape;16;p3">
            <a:extLst>
              <a:ext uri="{FF2B5EF4-FFF2-40B4-BE49-F238E27FC236}">
                <a16:creationId xmlns:a16="http://schemas.microsoft.com/office/drawing/2014/main" id="{D72DB285-A395-F967-F264-CFAFB03ECA4B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6111243" y="864236"/>
            <a:ext cx="608499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05D5F9C-2069-C5BD-E544-35AD5E1C71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11243" y="1134053"/>
            <a:ext cx="6095147" cy="2682683"/>
          </a:xfrm>
        </p:spPr>
        <p:txBody>
          <a:bodyPr/>
          <a:lstStyle>
            <a:lvl1pPr>
              <a:lnSpc>
                <a:spcPct val="125000"/>
              </a:lnSpc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lnSpc>
                <a:spcPct val="125000"/>
              </a:lnSpc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2pPr>
            <a:lvl3pPr>
              <a:lnSpc>
                <a:spcPct val="125000"/>
              </a:lnSpc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3pPr>
            <a:lvl4pPr>
              <a:lnSpc>
                <a:spcPct val="125000"/>
              </a:lnSpc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4pPr>
            <a:lvl5pPr>
              <a:lnSpc>
                <a:spcPct val="125000"/>
              </a:lnSpc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Google Shape;16;p3">
            <a:extLst>
              <a:ext uri="{FF2B5EF4-FFF2-40B4-BE49-F238E27FC236}">
                <a16:creationId xmlns:a16="http://schemas.microsoft.com/office/drawing/2014/main" id="{CCC1E6F4-407C-EEE2-3558-03C289AE9FAB}"/>
              </a:ext>
            </a:extLst>
          </p:cNvPr>
          <p:cNvSpPr txBox="1">
            <a:spLocks noGrp="1"/>
          </p:cNvSpPr>
          <p:nvPr>
            <p:ph type="body" idx="16"/>
          </p:nvPr>
        </p:nvSpPr>
        <p:spPr>
          <a:xfrm>
            <a:off x="-4233" y="3840332"/>
            <a:ext cx="608499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3BEDADE-1B65-97C6-3D89-1E1CD43EBC5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-4233" y="4110149"/>
            <a:ext cx="6095147" cy="2682683"/>
          </a:xfrm>
        </p:spPr>
        <p:txBody>
          <a:bodyPr/>
          <a:lstStyle>
            <a:lvl1pPr>
              <a:lnSpc>
                <a:spcPct val="125000"/>
              </a:lnSpc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lnSpc>
                <a:spcPct val="125000"/>
              </a:lnSpc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2pPr>
            <a:lvl3pPr>
              <a:lnSpc>
                <a:spcPct val="125000"/>
              </a:lnSpc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3pPr>
            <a:lvl4pPr>
              <a:lnSpc>
                <a:spcPct val="125000"/>
              </a:lnSpc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4pPr>
            <a:lvl5pPr>
              <a:lnSpc>
                <a:spcPct val="125000"/>
              </a:lnSpc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Google Shape;16;p3">
            <a:extLst>
              <a:ext uri="{FF2B5EF4-FFF2-40B4-BE49-F238E27FC236}">
                <a16:creationId xmlns:a16="http://schemas.microsoft.com/office/drawing/2014/main" id="{ED3F2C6E-5C66-7202-9D1E-DFF9E8926A1A}"/>
              </a:ext>
            </a:extLst>
          </p:cNvPr>
          <p:cNvSpPr txBox="1">
            <a:spLocks noGrp="1"/>
          </p:cNvSpPr>
          <p:nvPr>
            <p:ph type="body" idx="18"/>
          </p:nvPr>
        </p:nvSpPr>
        <p:spPr>
          <a:xfrm>
            <a:off x="6111243" y="3840332"/>
            <a:ext cx="608499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E6495F8B-E920-D1C1-F8CB-A342DEC71AA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111243" y="4110149"/>
            <a:ext cx="6095147" cy="2682683"/>
          </a:xfrm>
        </p:spPr>
        <p:txBody>
          <a:bodyPr/>
          <a:lstStyle>
            <a:lvl1pPr>
              <a:lnSpc>
                <a:spcPct val="125000"/>
              </a:lnSpc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lnSpc>
                <a:spcPct val="125000"/>
              </a:lnSpc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2pPr>
            <a:lvl3pPr>
              <a:lnSpc>
                <a:spcPct val="125000"/>
              </a:lnSpc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3pPr>
            <a:lvl4pPr>
              <a:lnSpc>
                <a:spcPct val="125000"/>
              </a:lnSpc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4pPr>
            <a:lvl5pPr>
              <a:lnSpc>
                <a:spcPct val="125000"/>
              </a:lnSpc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552025" y="64973"/>
            <a:ext cx="4388272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5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109728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552025" y="64973"/>
            <a:ext cx="4388272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5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552025" y="64973"/>
            <a:ext cx="4388272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109728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54D9E-2BB9-132A-6C5C-68D7AB84BC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Problem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6E70A8-A00C-4E8F-49EE-DF502F1EBFD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-4233" y="1134053"/>
            <a:ext cx="6095147" cy="2659190"/>
          </a:xfrm>
        </p:spPr>
        <p:txBody>
          <a:bodyPr/>
          <a:lstStyle/>
          <a:p>
            <a:pPr marL="27432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Motivation: </a:t>
            </a:r>
            <a:r>
              <a:rPr lang="en-US" dirty="0">
                <a:latin typeface="+mn-lt"/>
              </a:rPr>
              <a:t>Knowledge of robot-tissue interaction forces during surgery can reduce patient injury and improve quality of surgeon’s force feedback.</a:t>
            </a:r>
          </a:p>
          <a:p>
            <a:pPr marL="27432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Goal:</a:t>
            </a:r>
            <a:r>
              <a:rPr lang="en-US" dirty="0">
                <a:latin typeface="+mn-lt"/>
              </a:rPr>
              <a:t> Estimate the magnitudes and locations of multiple point forces.</a:t>
            </a:r>
          </a:p>
          <a:p>
            <a:pPr marL="27432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Body-Mounted Sensing (FBGs, EM, Resistive flex): </a:t>
            </a:r>
          </a:p>
          <a:p>
            <a:pPr marL="548640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b="1" dirty="0">
                <a:latin typeface="+mn-lt"/>
              </a:rPr>
              <a:t>Pros: </a:t>
            </a:r>
            <a:r>
              <a:rPr lang="en-US" dirty="0">
                <a:latin typeface="+mn-lt"/>
              </a:rPr>
              <a:t>Very accurate </a:t>
            </a:r>
            <a:r>
              <a:rPr lang="en-US" b="1" dirty="0">
                <a:latin typeface="+mn-lt"/>
              </a:rPr>
              <a:t>Cons:</a:t>
            </a:r>
            <a:r>
              <a:rPr lang="en-US" dirty="0">
                <a:latin typeface="+mn-lt"/>
              </a:rPr>
              <a:t> Hard to sterilize, bulky, hard to integrate [1].</a:t>
            </a:r>
            <a:endParaRPr lang="en-US" b="1" dirty="0">
              <a:latin typeface="+mn-lt"/>
            </a:endParaRPr>
          </a:p>
          <a:p>
            <a:pPr marL="27432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Visual-Based Sensing (Endoscopic cameras, fiducial tracking) :</a:t>
            </a:r>
          </a:p>
          <a:p>
            <a:pPr marL="548640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b="1" dirty="0">
                <a:latin typeface="+mn-lt"/>
              </a:rPr>
              <a:t>Pros: </a:t>
            </a:r>
            <a:r>
              <a:rPr lang="en-US" dirty="0">
                <a:latin typeface="+mn-lt"/>
              </a:rPr>
              <a:t>Can</a:t>
            </a:r>
            <a:r>
              <a:rPr lang="en-US" b="1" dirty="0">
                <a:latin typeface="+mn-lt"/>
              </a:rPr>
              <a:t> </a:t>
            </a:r>
            <a:r>
              <a:rPr lang="en-US" dirty="0">
                <a:latin typeface="+mn-lt"/>
              </a:rPr>
              <a:t>resolve multiple point forces with high accuracy [2][3], easy to sterilize.</a:t>
            </a:r>
          </a:p>
          <a:p>
            <a:pPr marL="548640" lvl="2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b="1" dirty="0">
                <a:latin typeface="+mn-lt"/>
              </a:rPr>
              <a:t>Cons:</a:t>
            </a:r>
            <a:r>
              <a:rPr lang="en-US" dirty="0">
                <a:latin typeface="+mn-lt"/>
              </a:rPr>
              <a:t> Requires direct line-of-sight of robot body, camera space constraints.</a:t>
            </a:r>
          </a:p>
          <a:p>
            <a:pPr marL="274320"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Proximal-Mounted Sensing (force/torque sensors, Tendon tension sensors):</a:t>
            </a:r>
          </a:p>
          <a:p>
            <a:pPr marL="548640" lvl="2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b="1" dirty="0">
                <a:latin typeface="+mn-lt"/>
              </a:rPr>
              <a:t>Pros: </a:t>
            </a:r>
            <a:r>
              <a:rPr lang="en-US" dirty="0">
                <a:latin typeface="+mn-lt"/>
              </a:rPr>
              <a:t>Works in blind environments, easy to sterilize, easy to integrate [4]</a:t>
            </a:r>
          </a:p>
          <a:p>
            <a:pPr marL="548640" lvl="2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b="1" dirty="0">
                <a:latin typeface="+mn-lt"/>
              </a:rPr>
              <a:t>Cons:</a:t>
            </a:r>
            <a:r>
              <a:rPr lang="en-US" dirty="0">
                <a:latin typeface="+mn-lt"/>
              </a:rPr>
              <a:t> Current approaches cannot resolve magnitudes and locations of multiple point forces (ill-posed inverse).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BFC21-2D6B-3F79-5B87-29F1309C815E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Approach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F98E8B8-B16F-26BA-0AF2-F18A16B9586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11243" y="1134053"/>
            <a:ext cx="6095147" cy="2659190"/>
          </a:xfrm>
        </p:spPr>
        <p:txBody>
          <a:bodyPr/>
          <a:lstStyle/>
          <a:p>
            <a:pPr marL="27432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Idea:</a:t>
            </a:r>
            <a:r>
              <a:rPr lang="en-US" dirty="0">
                <a:latin typeface="+mn-lt"/>
              </a:rPr>
              <a:t> We propose estimating multiple point forces using proximal sensors and variations in robot backbone geometry.</a:t>
            </a:r>
          </a:p>
          <a:p>
            <a:pPr marL="27432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Inspiration:</a:t>
            </a:r>
            <a:r>
              <a:rPr lang="en-US" dirty="0">
                <a:latin typeface="+mn-lt"/>
              </a:rPr>
              <a:t> Sensory appendages in animals (whiskers, antennae) use non-circular cross-sections and mass asymmetry to mechanically amplify weak signals—like torsion—that would otherwise be masked by dominant bending modes [5]. These geometries help overcome the ill-posed nature of multi-force sensing in straight cylindrical designs [6][7].</a:t>
            </a:r>
          </a:p>
          <a:p>
            <a:pPr marL="27432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Method:</a:t>
            </a:r>
            <a:r>
              <a:rPr lang="en-US" dirty="0">
                <a:latin typeface="+mn-lt"/>
              </a:rPr>
              <a:t> We develop an optimization framework to find backbone geometries that maximize multi-contact force estimation accuracy. The backbone is modeled as a series of elliptical cross-sections, with the major and minor radii of each segment as design variables. The objective is to find geometries with well-conditioned Jacobians—ensuring sensor noise is not amplified into large force estimation errors.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882B19C-F2B2-22DD-0C68-D5DF75AE8A59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Results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51A2197-EA95-F4A6-D4EA-2AEF1FC741D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-4233" y="4110149"/>
            <a:ext cx="6095147" cy="1994392"/>
          </a:xfrm>
        </p:spPr>
        <p:txBody>
          <a:bodyPr/>
          <a:lstStyle/>
          <a:p>
            <a:pPr marL="27432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Design Evaluation: </a:t>
            </a:r>
            <a:r>
              <a:rPr lang="en-US" dirty="0">
                <a:latin typeface="+mn-lt"/>
              </a:rPr>
              <a:t>We compare designs numerically and graphically using manipulability ellipsoids. Superior geometries maximize the shortest axis (minimum singular value), ensuring sensitivity in all directions.</a:t>
            </a:r>
          </a:p>
          <a:p>
            <a:pPr marL="45720" indent="0">
              <a:lnSpc>
                <a:spcPct val="120000"/>
              </a:lnSpc>
            </a:pPr>
            <a:endParaRPr lang="en-US" dirty="0">
              <a:latin typeface="+mn-lt"/>
            </a:endParaRPr>
          </a:p>
          <a:p>
            <a:pPr marL="27432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Experimental Validation:</a:t>
            </a:r>
            <a:r>
              <a:rPr lang="en-US" dirty="0">
                <a:latin typeface="+mn-lt"/>
              </a:rPr>
              <a:t> For inter-force separations greater than 8 cm, the optimized design achieves median absolute errors of approximately 0.05 N, 1.0 mm, and 2.2°—corresponding to performance improvements of 74%, 67%, and 66% respectively over the cylindrical baseline. Performance gains diminish at smaller separations but remain measurable.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20285A0-E83C-0FA2-1F34-8C1903B9A363}"/>
              </a:ext>
            </a:extLst>
          </p:cNvPr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Significance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4EA7870-9C5B-2D8A-41E8-D7D248D6B68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111243" y="4110149"/>
            <a:ext cx="6095147" cy="3000821"/>
          </a:xfrm>
        </p:spPr>
        <p:txBody>
          <a:bodyPr/>
          <a:lstStyle/>
          <a:p>
            <a:pPr marL="274320" indent="-171450"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Sensing Through Shape: </a:t>
            </a:r>
            <a:r>
              <a:rPr lang="en-US" dirty="0">
                <a:latin typeface="+mn-lt"/>
              </a:rPr>
              <a:t>Just as natural selection has shaped animals' sensory appendages to optimize perception for their specific environments, </a:t>
            </a:r>
            <a:r>
              <a:rPr lang="en-US">
                <a:latin typeface="+mn-lt"/>
              </a:rPr>
              <a:t>we extend </a:t>
            </a:r>
            <a:r>
              <a:rPr lang="en-US" dirty="0">
                <a:latin typeface="+mn-lt"/>
              </a:rPr>
              <a:t>this principle to design tendon-driven surgical robots with geometries tailored to the complex loading conditions they encounter.</a:t>
            </a:r>
            <a:br>
              <a:rPr lang="en-US" dirty="0">
                <a:latin typeface="+mn-lt"/>
              </a:rPr>
            </a:br>
            <a:endParaRPr lang="en-US" dirty="0">
              <a:latin typeface="+mn-lt"/>
            </a:endParaRPr>
          </a:p>
          <a:p>
            <a:pPr marL="274320" indent="-171450"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Optimization:</a:t>
            </a:r>
            <a:r>
              <a:rPr lang="en-US" dirty="0">
                <a:latin typeface="+mn-lt"/>
              </a:rPr>
              <a:t> We show how optimization can be used to find an optimal backbone design, capable of resolving multiple point-loads that conventional cylindrical backbones cannot due to inherent sensing degeneracies.</a:t>
            </a:r>
          </a:p>
          <a:p>
            <a:pPr marL="274320" indent="-171450">
              <a:buFont typeface="Arial" panose="020B0604020202020204" pitchFamily="34" charset="0"/>
              <a:buChar char="•"/>
            </a:pPr>
            <a:endParaRPr lang="en-US" dirty="0">
              <a:latin typeface="+mn-lt"/>
            </a:endParaRPr>
          </a:p>
          <a:p>
            <a:pPr marL="274320"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Hardware Testing:</a:t>
            </a:r>
            <a:r>
              <a:rPr lang="en-US" dirty="0">
                <a:latin typeface="+mn-lt"/>
              </a:rPr>
              <a:t> We develop a custom testing rig featuring multiple PID controlled tensioning winches and a two-arm gimbal, capable of applying 3 tendon tensions, and 2 point-forces in 3D.</a:t>
            </a:r>
          </a:p>
          <a:p>
            <a:pPr marL="274320">
              <a:buFont typeface="Arial" panose="020B0604020202020204" pitchFamily="34" charset="0"/>
              <a:buChar char="•"/>
            </a:pPr>
            <a:endParaRPr lang="en-US" dirty="0">
              <a:latin typeface="+mn-lt"/>
            </a:endParaRPr>
          </a:p>
        </p:txBody>
      </p:sp>
      <p:sp>
        <p:nvSpPr>
          <p:cNvPr id="14" name="Google Shape;48;p1">
            <a:extLst>
              <a:ext uri="{FF2B5EF4-FFF2-40B4-BE49-F238E27FC236}">
                <a16:creationId xmlns:a16="http://schemas.microsoft.com/office/drawing/2014/main" id="{12D527B7-E9E0-2396-DCB2-20624E6FB2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14525" y="28350"/>
            <a:ext cx="7817089" cy="56682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508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/>
              <a:t>Bio-Inspired Backbone Geometry for Multi-Point 3D Force Estimation in Continuum Robots</a:t>
            </a:r>
            <a:endParaRPr sz="1400" dirty="0"/>
          </a:p>
        </p:txBody>
      </p:sp>
      <p:sp>
        <p:nvSpPr>
          <p:cNvPr id="15" name="Google Shape;53;p1">
            <a:extLst>
              <a:ext uri="{FF2B5EF4-FFF2-40B4-BE49-F238E27FC236}">
                <a16:creationId xmlns:a16="http://schemas.microsoft.com/office/drawing/2014/main" id="{5B2C5A3D-6B83-AE1C-4AB1-71A49D679999}"/>
              </a:ext>
            </a:extLst>
          </p:cNvPr>
          <p:cNvSpPr/>
          <p:nvPr/>
        </p:nvSpPr>
        <p:spPr>
          <a:xfrm>
            <a:off x="1524000" y="526418"/>
            <a:ext cx="91440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Noah Jones</a:t>
            </a:r>
            <a: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T.K. Morimoto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9111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69C3A1-D73A-5FB7-6513-51604AB2A640}"/>
              </a:ext>
            </a:extLst>
          </p:cNvPr>
          <p:cNvSpPr txBox="1"/>
          <p:nvPr/>
        </p:nvSpPr>
        <p:spPr>
          <a:xfrm>
            <a:off x="3047114" y="0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Inter" panose="02000503000000020004" pitchFamily="2" charset="0"/>
                <a:ea typeface="Inter" panose="02000503000000020004" pitchFamily="2" charset="0"/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B18664-3E58-1439-3AFD-4978F55FC517}"/>
              </a:ext>
            </a:extLst>
          </p:cNvPr>
          <p:cNvSpPr txBox="1"/>
          <p:nvPr/>
        </p:nvSpPr>
        <p:spPr>
          <a:xfrm>
            <a:off x="0" y="369332"/>
            <a:ext cx="12192000" cy="3687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1. Gao, </a:t>
            </a:r>
            <a:r>
              <a:rPr lang="en-US" dirty="0" err="1"/>
              <a:t>Anzhu</a:t>
            </a:r>
            <a:r>
              <a:rPr lang="en-US" dirty="0"/>
              <a:t>, et al. "Body contact estimation of continuum robots with tension-profile sensing of actuation fibers." </a:t>
            </a:r>
            <a:r>
              <a:rPr lang="en-US" i="1" dirty="0"/>
              <a:t>IEEE Transactions on Robotics</a:t>
            </a:r>
            <a:r>
              <a:rPr lang="en-US" dirty="0"/>
              <a:t> 40 (2024): 1492-1508.</a:t>
            </a:r>
          </a:p>
          <a:p>
            <a:pPr>
              <a:lnSpc>
                <a:spcPct val="120000"/>
              </a:lnSpc>
            </a:pPr>
            <a:r>
              <a:rPr lang="en-US" dirty="0"/>
              <a:t>2. Aloi, Vincent, et al. "Estimating forces along continuum robots." IEEE Robotics and Automation Letters 7.4 (2022): 8877-8884.</a:t>
            </a:r>
          </a:p>
          <a:p>
            <a:pPr>
              <a:lnSpc>
                <a:spcPct val="120000"/>
              </a:lnSpc>
            </a:pPr>
            <a:r>
              <a:rPr lang="en-US" dirty="0"/>
              <a:t>3. Ferguson, James M., D. Caleb Rucker, and Robert J. Webster. "Unified shape and external load state estimation for continuum robots." </a:t>
            </a:r>
            <a:r>
              <a:rPr lang="en-US" i="1" dirty="0"/>
              <a:t>IEEE Transactions on Robotics</a:t>
            </a:r>
            <a:r>
              <a:rPr lang="en-US" dirty="0"/>
              <a:t> 40 (2024): 1813-1827.</a:t>
            </a:r>
          </a:p>
          <a:p>
            <a:pPr>
              <a:lnSpc>
                <a:spcPct val="120000"/>
              </a:lnSpc>
            </a:pPr>
            <a:r>
              <a:rPr lang="en-US" dirty="0"/>
              <a:t>4. Sadati, SM Hadi, et al. "Stiffness imaging with a continuum appendage: Real-time shape and tip force estimation from base load readings." </a:t>
            </a:r>
            <a:r>
              <a:rPr lang="en-US" i="1" dirty="0"/>
              <a:t>IEEE Robotics and Automation Letters</a:t>
            </a:r>
            <a:r>
              <a:rPr lang="en-US" dirty="0"/>
              <a:t> 5.2 (2020): 2824-2831.</a:t>
            </a:r>
          </a:p>
          <a:p>
            <a:pPr>
              <a:lnSpc>
                <a:spcPct val="120000"/>
              </a:lnSpc>
            </a:pPr>
            <a:r>
              <a:rPr lang="en-US" dirty="0"/>
              <a:t>5. Mohren, T. L., et al. "Coriolis and centrifugal forces drive haltere deformations and influence spike timing." Journal of the Royal Society Interface 16.153 (2019): 20190035.</a:t>
            </a:r>
          </a:p>
          <a:p>
            <a:pPr>
              <a:lnSpc>
                <a:spcPct val="120000"/>
              </a:lnSpc>
            </a:pPr>
            <a:r>
              <a:rPr lang="en-US" dirty="0"/>
              <a:t>6. </a:t>
            </a:r>
            <a:r>
              <a:rPr lang="en-US" dirty="0" err="1"/>
              <a:t>Starostin</a:t>
            </a:r>
            <a:r>
              <a:rPr lang="en-US" dirty="0"/>
              <a:t>, E. L., V. G. A. Goss, and G. H. M. van der Heijden. "Whisker sensing by force and moment measurements at the whisker base." </a:t>
            </a:r>
            <a:r>
              <a:rPr lang="en-US" i="1" dirty="0"/>
              <a:t>Soft Robotics</a:t>
            </a:r>
            <a:r>
              <a:rPr lang="en-US" dirty="0"/>
              <a:t> 10.2 (2023): 326-335.</a:t>
            </a:r>
          </a:p>
          <a:p>
            <a:pPr>
              <a:lnSpc>
                <a:spcPct val="120000"/>
              </a:lnSpc>
            </a:pPr>
            <a:r>
              <a:rPr lang="en-US" dirty="0"/>
              <a:t>7. Huet, Lucie A., John W. Rudnicki, and Mitra JZ Hartmann. "Tactile sensing with whiskers of various shapes: Determining the three-dimensional location of object contact based on mechanical signals at the whisker base." </a:t>
            </a:r>
            <a:r>
              <a:rPr lang="en-US" i="1" dirty="0"/>
              <a:t>Soft robotics</a:t>
            </a:r>
            <a:r>
              <a:rPr lang="en-US" dirty="0"/>
              <a:t> 4.2 (2017): 88-102.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983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</TotalTime>
  <Words>781</Words>
  <Application>Microsoft Office PowerPoint</Application>
  <PresentationFormat>Widescreen</PresentationFormat>
  <Paragraphs>34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Courier New</vt:lpstr>
      <vt:lpstr>Inter</vt:lpstr>
      <vt:lpstr>Office Theme</vt:lpstr>
      <vt:lpstr>Bio-Inspired Backbone Geometry for Multi-Point 3D Force Estimation in Continuum Robots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Tolley</dc:creator>
  <cp:lastModifiedBy>Noah Jones</cp:lastModifiedBy>
  <cp:revision>1</cp:revision>
  <dcterms:created xsi:type="dcterms:W3CDTF">2020-05-06T21:25:48Z</dcterms:created>
  <dcterms:modified xsi:type="dcterms:W3CDTF">2026-02-04T03:07:38Z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2020-03-09T00:00:00Z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2020-05-06T00:00:00Z</vt:filetime>
  </property>
</Properties>
</file>
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6" r:id="rId1"/>
  </p:sldMasterIdLst>
  <p:notesMasterIdLst>
    <p:notesMasterId r:id="rId50"/>
  </p:notesMasterIdLst>
  <p:sldIdLst>
    <p:sldId id="281" r:id="rId2"/>
    <p:sldId id="282" r:id="rId3"/>
    <p:sldId id="283" r:id="rId4"/>
    <p:sldId id="284" r:id="rId5"/>
    <p:sldId id="302" r:id="rId6"/>
    <p:sldId id="285" r:id="rId7"/>
    <p:sldId id="303" r:id="rId8"/>
    <p:sldId id="286" r:id="rId9"/>
    <p:sldId id="287" r:id="rId10"/>
    <p:sldId id="288" r:id="rId11"/>
    <p:sldId id="293" r:id="rId12"/>
    <p:sldId id="294" r:id="rId13"/>
    <p:sldId id="295" r:id="rId14"/>
    <p:sldId id="296" r:id="rId15"/>
    <p:sldId id="289" r:id="rId16"/>
    <p:sldId id="297" r:id="rId17"/>
    <p:sldId id="298" r:id="rId18"/>
    <p:sldId id="290" r:id="rId19"/>
    <p:sldId id="299" r:id="rId20"/>
    <p:sldId id="300" r:id="rId21"/>
    <p:sldId id="301" r:id="rId22"/>
    <p:sldId id="291" r:id="rId23"/>
    <p:sldId id="292" r:id="rId24"/>
    <p:sldId id="256" r:id="rId25"/>
    <p:sldId id="257" r:id="rId26"/>
    <p:sldId id="258" r:id="rId27"/>
    <p:sldId id="259" r:id="rId28"/>
    <p:sldId id="260" r:id="rId29"/>
    <p:sldId id="261" r:id="rId30"/>
    <p:sldId id="262" r:id="rId31"/>
    <p:sldId id="263" r:id="rId32"/>
    <p:sldId id="264" r:id="rId33"/>
    <p:sldId id="265" r:id="rId34"/>
    <p:sldId id="266" r:id="rId35"/>
    <p:sldId id="267" r:id="rId36"/>
    <p:sldId id="268" r:id="rId37"/>
    <p:sldId id="269" r:id="rId38"/>
    <p:sldId id="270" r:id="rId39"/>
    <p:sldId id="271" r:id="rId40"/>
    <p:sldId id="272" r:id="rId41"/>
    <p:sldId id="273" r:id="rId42"/>
    <p:sldId id="274" r:id="rId43"/>
    <p:sldId id="275" r:id="rId44"/>
    <p:sldId id="276" r:id="rId45"/>
    <p:sldId id="277" r:id="rId46"/>
    <p:sldId id="278" r:id="rId47"/>
    <p:sldId id="279" r:id="rId48"/>
    <p:sldId id="280" r:id="rId49"/>
  </p:sldIdLst>
  <p:sldSz cx="9144000" cy="5143500" type="screen16x9"/>
  <p:notesSz cx="6858000" cy="9144000"/>
  <p:embeddedFontLst>
    <p:embeddedFont>
      <p:font typeface="Source Sans 3" panose="020B0604020202020204" charset="0"/>
      <p:regular r:id="rId51"/>
      <p:bold r:id="rId52"/>
      <p:italic r:id="rId53"/>
      <p:boldItalic r:id="rId54"/>
    </p:embeddedFont>
    <p:embeddedFont>
      <p:font typeface="Teko SemiBold" panose="020B0604020202020204" charset="0"/>
      <p:regular r:id="rId55"/>
      <p:bold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6D7"/>
    <a:srgbClr val="182B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36DD7E-7823-EEFB-072D-E0D4CB8827C8}" v="238" dt="2026-02-26T03:28:22.6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658" y="9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3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6.fntdata"/><Relationship Id="rId8" Type="http://schemas.openxmlformats.org/officeDocument/2006/relationships/slide" Target="slides/slide7.xml"/><Relationship Id="rId51" Type="http://schemas.openxmlformats.org/officeDocument/2006/relationships/font" Target="fonts/font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4.fntdata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2.fntdata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ah Jones" userId="S::noah@familiajones.org::c7736cb5-d3f8-4f6c-bac8-cbab17b7e335" providerId="AD" clId="Web-{3136DD7E-7823-EEFB-072D-E0D4CB8827C8}"/>
    <pc:docChg chg="addSld delSld modSld">
      <pc:chgData name="Noah Jones" userId="S::noah@familiajones.org::c7736cb5-d3f8-4f6c-bac8-cbab17b7e335" providerId="AD" clId="Web-{3136DD7E-7823-EEFB-072D-E0D4CB8827C8}" dt="2026-02-26T03:28:22.623" v="221" actId="14100"/>
      <pc:docMkLst>
        <pc:docMk/>
      </pc:docMkLst>
      <pc:sldChg chg="modSp">
        <pc:chgData name="Noah Jones" userId="S::noah@familiajones.org::c7736cb5-d3f8-4f6c-bac8-cbab17b7e335" providerId="AD" clId="Web-{3136DD7E-7823-EEFB-072D-E0D4CB8827C8}" dt="2026-02-26T03:17:07.041" v="116" actId="20577"/>
        <pc:sldMkLst>
          <pc:docMk/>
          <pc:sldMk cId="980266084" sldId="282"/>
        </pc:sldMkLst>
        <pc:spChg chg="mod">
          <ac:chgData name="Noah Jones" userId="S::noah@familiajones.org::c7736cb5-d3f8-4f6c-bac8-cbab17b7e335" providerId="AD" clId="Web-{3136DD7E-7823-EEFB-072D-E0D4CB8827C8}" dt="2026-02-26T03:17:07.041" v="116" actId="20577"/>
          <ac:spMkLst>
            <pc:docMk/>
            <pc:sldMk cId="980266084" sldId="282"/>
            <ac:spMk id="124" creationId="{00000000-0000-0000-0000-000000000000}"/>
          </ac:spMkLst>
        </pc:spChg>
      </pc:sldChg>
      <pc:sldChg chg="modSp">
        <pc:chgData name="Noah Jones" userId="S::noah@familiajones.org::c7736cb5-d3f8-4f6c-bac8-cbab17b7e335" providerId="AD" clId="Web-{3136DD7E-7823-EEFB-072D-E0D4CB8827C8}" dt="2026-02-26T03:13:10.740" v="115" actId="20577"/>
        <pc:sldMkLst>
          <pc:docMk/>
          <pc:sldMk cId="938548531" sldId="284"/>
        </pc:sldMkLst>
        <pc:spChg chg="mod">
          <ac:chgData name="Noah Jones" userId="S::noah@familiajones.org::c7736cb5-d3f8-4f6c-bac8-cbab17b7e335" providerId="AD" clId="Web-{3136DD7E-7823-EEFB-072D-E0D4CB8827C8}" dt="2026-02-26T03:04:29.236" v="7" actId="20577"/>
          <ac:spMkLst>
            <pc:docMk/>
            <pc:sldMk cId="938548531" sldId="284"/>
            <ac:spMk id="141" creationId="{00000000-0000-0000-0000-000000000000}"/>
          </ac:spMkLst>
        </pc:spChg>
        <pc:spChg chg="mod">
          <ac:chgData name="Noah Jones" userId="S::noah@familiajones.org::c7736cb5-d3f8-4f6c-bac8-cbab17b7e335" providerId="AD" clId="Web-{3136DD7E-7823-EEFB-072D-E0D4CB8827C8}" dt="2026-02-26T03:13:10.740" v="115" actId="20577"/>
          <ac:spMkLst>
            <pc:docMk/>
            <pc:sldMk cId="938548531" sldId="284"/>
            <ac:spMk id="143" creationId="{00000000-0000-0000-0000-000000000000}"/>
          </ac:spMkLst>
        </pc:spChg>
      </pc:sldChg>
      <pc:sldChg chg="addSp delSp modSp add del">
        <pc:chgData name="Noah Jones" userId="S::noah@familiajones.org::c7736cb5-d3f8-4f6c-bac8-cbab17b7e335" providerId="AD" clId="Web-{3136DD7E-7823-EEFB-072D-E0D4CB8827C8}" dt="2026-02-26T03:26:05.447" v="210"/>
        <pc:sldMkLst>
          <pc:docMk/>
          <pc:sldMk cId="3124440248" sldId="285"/>
        </pc:sldMkLst>
        <pc:spChg chg="add del mod">
          <ac:chgData name="Noah Jones" userId="S::noah@familiajones.org::c7736cb5-d3f8-4f6c-bac8-cbab17b7e335" providerId="AD" clId="Web-{3136DD7E-7823-EEFB-072D-E0D4CB8827C8}" dt="2026-02-26T03:17:43.199" v="121"/>
          <ac:spMkLst>
            <pc:docMk/>
            <pc:sldMk cId="3124440248" sldId="285"/>
            <ac:spMk id="3" creationId="{F62A4C61-0CC3-E8C1-6E87-3DA464CDD0A9}"/>
          </ac:spMkLst>
        </pc:spChg>
        <pc:spChg chg="add mod">
          <ac:chgData name="Noah Jones" userId="S::noah@familiajones.org::c7736cb5-d3f8-4f6c-bac8-cbab17b7e335" providerId="AD" clId="Web-{3136DD7E-7823-EEFB-072D-E0D4CB8827C8}" dt="2026-02-26T03:23:13.753" v="167" actId="1076"/>
          <ac:spMkLst>
            <pc:docMk/>
            <pc:sldMk cId="3124440248" sldId="285"/>
            <ac:spMk id="4" creationId="{D9169274-2477-0D44-6287-EFCF53E35EC1}"/>
          </ac:spMkLst>
        </pc:spChg>
        <pc:spChg chg="add del mod">
          <ac:chgData name="Noah Jones" userId="S::noah@familiajones.org::c7736cb5-d3f8-4f6c-bac8-cbab17b7e335" providerId="AD" clId="Web-{3136DD7E-7823-EEFB-072D-E0D4CB8827C8}" dt="2026-02-26T03:19:12.811" v="134"/>
          <ac:spMkLst>
            <pc:docMk/>
            <pc:sldMk cId="3124440248" sldId="285"/>
            <ac:spMk id="5" creationId="{CABF8149-C084-7F28-88CC-08E8E5495BB9}"/>
          </ac:spMkLst>
        </pc:spChg>
        <pc:spChg chg="add del mod">
          <ac:chgData name="Noah Jones" userId="S::noah@familiajones.org::c7736cb5-d3f8-4f6c-bac8-cbab17b7e335" providerId="AD" clId="Web-{3136DD7E-7823-EEFB-072D-E0D4CB8827C8}" dt="2026-02-26T03:24:37.226" v="190"/>
          <ac:spMkLst>
            <pc:docMk/>
            <pc:sldMk cId="3124440248" sldId="285"/>
            <ac:spMk id="6" creationId="{C25A8640-2B55-85A8-FD38-E11FCE089F94}"/>
          </ac:spMkLst>
        </pc:spChg>
        <pc:spChg chg="del mod">
          <ac:chgData name="Noah Jones" userId="S::noah@familiajones.org::c7736cb5-d3f8-4f6c-bac8-cbab17b7e335" providerId="AD" clId="Web-{3136DD7E-7823-EEFB-072D-E0D4CB8827C8}" dt="2026-02-26T03:17:37.027" v="118"/>
          <ac:spMkLst>
            <pc:docMk/>
            <pc:sldMk cId="3124440248" sldId="285"/>
            <ac:spMk id="143" creationId="{00000000-0000-0000-0000-000000000000}"/>
          </ac:spMkLst>
        </pc:spChg>
      </pc:sldChg>
      <pc:sldChg chg="modSp add replId">
        <pc:chgData name="Noah Jones" userId="S::noah@familiajones.org::c7736cb5-d3f8-4f6c-bac8-cbab17b7e335" providerId="AD" clId="Web-{3136DD7E-7823-EEFB-072D-E0D4CB8827C8}" dt="2026-02-26T03:28:22.623" v="221" actId="14100"/>
        <pc:sldMkLst>
          <pc:docMk/>
          <pc:sldMk cId="2008804609" sldId="302"/>
        </pc:sldMkLst>
        <pc:spChg chg="mod">
          <ac:chgData name="Noah Jones" userId="S::noah@familiajones.org::c7736cb5-d3f8-4f6c-bac8-cbab17b7e335" providerId="AD" clId="Web-{3136DD7E-7823-EEFB-072D-E0D4CB8827C8}" dt="2026-02-26T03:26:17.573" v="212" actId="20577"/>
          <ac:spMkLst>
            <pc:docMk/>
            <pc:sldMk cId="2008804609" sldId="302"/>
            <ac:spMk id="141" creationId="{03BAFD44-0500-6209-D227-042B2221FE7B}"/>
          </ac:spMkLst>
        </pc:spChg>
        <pc:spChg chg="mod">
          <ac:chgData name="Noah Jones" userId="S::noah@familiajones.org::c7736cb5-d3f8-4f6c-bac8-cbab17b7e335" providerId="AD" clId="Web-{3136DD7E-7823-EEFB-072D-E0D4CB8827C8}" dt="2026-02-26T03:28:22.623" v="221" actId="14100"/>
          <ac:spMkLst>
            <pc:docMk/>
            <pc:sldMk cId="2008804609" sldId="302"/>
            <ac:spMk id="143" creationId="{5593A50F-E3E4-62F1-C7A5-1365CD70A755}"/>
          </ac:spMkLst>
        </pc:spChg>
      </pc:sldChg>
      <pc:sldChg chg="addSp delSp modSp add del replId">
        <pc:chgData name="Noah Jones" userId="S::noah@familiajones.org::c7736cb5-d3f8-4f6c-bac8-cbab17b7e335" providerId="AD" clId="Web-{3136DD7E-7823-EEFB-072D-E0D4CB8827C8}" dt="2026-02-26T03:26:03.213" v="209"/>
        <pc:sldMkLst>
          <pc:docMk/>
          <pc:sldMk cId="3247828498" sldId="302"/>
        </pc:sldMkLst>
        <pc:spChg chg="add del mod">
          <ac:chgData name="Noah Jones" userId="S::noah@familiajones.org::c7736cb5-d3f8-4f6c-bac8-cbab17b7e335" providerId="AD" clId="Web-{3136DD7E-7823-EEFB-072D-E0D4CB8827C8}" dt="2026-02-26T03:26:01.869" v="207"/>
          <ac:spMkLst>
            <pc:docMk/>
            <pc:sldMk cId="3247828498" sldId="302"/>
            <ac:spMk id="3" creationId="{95B6DF9F-794F-BE0D-4240-F808D4A94493}"/>
          </ac:spMkLst>
        </pc:spChg>
        <pc:spChg chg="add del">
          <ac:chgData name="Noah Jones" userId="S::noah@familiajones.org::c7736cb5-d3f8-4f6c-bac8-cbab17b7e335" providerId="AD" clId="Web-{3136DD7E-7823-EEFB-072D-E0D4CB8827C8}" dt="2026-02-26T03:26:00.259" v="206"/>
          <ac:spMkLst>
            <pc:docMk/>
            <pc:sldMk cId="3247828498" sldId="302"/>
            <ac:spMk id="5" creationId="{335DF6B8-FA07-E7B3-D062-ABB20BBE7CEB}"/>
          </ac:spMkLst>
        </pc:spChg>
        <pc:spChg chg="add del mod">
          <ac:chgData name="Noah Jones" userId="S::noah@familiajones.org::c7736cb5-d3f8-4f6c-bac8-cbab17b7e335" providerId="AD" clId="Web-{3136DD7E-7823-EEFB-072D-E0D4CB8827C8}" dt="2026-02-26T03:25:58.650" v="204"/>
          <ac:spMkLst>
            <pc:docMk/>
            <pc:sldMk cId="3247828498" sldId="302"/>
            <ac:spMk id="7" creationId="{3150A8F9-C87F-6BDE-104D-E6C32F4C5F2E}"/>
          </ac:spMkLst>
        </pc:spChg>
        <pc:spChg chg="add del">
          <ac:chgData name="Noah Jones" userId="S::noah@familiajones.org::c7736cb5-d3f8-4f6c-bac8-cbab17b7e335" providerId="AD" clId="Web-{3136DD7E-7823-EEFB-072D-E0D4CB8827C8}" dt="2026-02-26T03:26:01.869" v="207"/>
          <ac:spMkLst>
            <pc:docMk/>
            <pc:sldMk cId="3247828498" sldId="302"/>
            <ac:spMk id="255" creationId="{A4A12502-04E1-DA4A-ED09-A1FDB675E57F}"/>
          </ac:spMkLst>
        </pc:spChg>
        <pc:picChg chg="add del mod">
          <ac:chgData name="Noah Jones" userId="S::noah@familiajones.org::c7736cb5-d3f8-4f6c-bac8-cbab17b7e335" providerId="AD" clId="Web-{3136DD7E-7823-EEFB-072D-E0D4CB8827C8}" dt="2026-02-26T03:25:59.650" v="205" actId="1076"/>
          <ac:picMkLst>
            <pc:docMk/>
            <pc:sldMk cId="3247828498" sldId="302"/>
            <ac:picMk id="251" creationId="{854AD765-8161-87F1-7C45-16F2B4B684F9}"/>
          </ac:picMkLst>
        </pc:picChg>
        <pc:picChg chg="add del">
          <ac:chgData name="Noah Jones" userId="S::noah@familiajones.org::c7736cb5-d3f8-4f6c-bac8-cbab17b7e335" providerId="AD" clId="Web-{3136DD7E-7823-EEFB-072D-E0D4CB8827C8}" dt="2026-02-26T03:26:02.431" v="208"/>
          <ac:picMkLst>
            <pc:docMk/>
            <pc:sldMk cId="3247828498" sldId="302"/>
            <ac:picMk id="252" creationId="{3275CF26-9FB1-831C-B931-77AC1663DDD3}"/>
          </ac:picMkLst>
        </pc:picChg>
      </pc:sldChg>
      <pc:sldChg chg="add replId">
        <pc:chgData name="Noah Jones" userId="S::noah@familiajones.org::c7736cb5-d3f8-4f6c-bac8-cbab17b7e335" providerId="AD" clId="Web-{3136DD7E-7823-EEFB-072D-E0D4CB8827C8}" dt="2026-02-26T03:26:20.620" v="213"/>
        <pc:sldMkLst>
          <pc:docMk/>
          <pc:sldMk cId="1422657302" sldId="303"/>
        </pc:sldMkLst>
      </pc:sldChg>
      <pc:sldChg chg="add del replId">
        <pc:chgData name="Noah Jones" userId="S::noah@familiajones.org::c7736cb5-d3f8-4f6c-bac8-cbab17b7e335" providerId="AD" clId="Web-{3136DD7E-7823-EEFB-072D-E0D4CB8827C8}" dt="2026-02-26T03:25:56.587" v="203"/>
        <pc:sldMkLst>
          <pc:docMk/>
          <pc:sldMk cId="2325911111" sldId="30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25" b="0" i="0" u="none" strike="noStrike" cap="none">
                <a:latin typeface="Source Sans 3"/>
                <a:ea typeface="Source Sans 3"/>
                <a:cs typeface="Source Sans 3"/>
                <a:sym typeface="Source Sans 3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25" b="0" i="0" u="none" strike="noStrike" cap="none">
                <a:latin typeface="Source Sans 3"/>
                <a:ea typeface="Source Sans 3"/>
                <a:cs typeface="Source Sans 3"/>
                <a:sym typeface="Source Sans 3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25" b="0" i="0" u="none" strike="noStrike" cap="none">
                <a:latin typeface="Source Sans 3"/>
                <a:ea typeface="Source Sans 3"/>
                <a:cs typeface="Source Sans 3"/>
                <a:sym typeface="Source Sans 3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25" b="0" i="0" u="none" strike="noStrike" cap="none">
                <a:latin typeface="Source Sans 3"/>
                <a:ea typeface="Source Sans 3"/>
                <a:cs typeface="Source Sans 3"/>
                <a:sym typeface="Source Sans 3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25" b="0" i="0" u="none" strike="noStrike" cap="none">
                <a:latin typeface="Source Sans 3"/>
                <a:ea typeface="Source Sans 3"/>
                <a:cs typeface="Source Sans 3"/>
                <a:sym typeface="Source Sans 3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25" b="0" i="0" u="none" strike="noStrike" cap="none">
                <a:latin typeface="Source Sans 3"/>
                <a:ea typeface="Source Sans 3"/>
                <a:cs typeface="Source Sans 3"/>
                <a:sym typeface="Source Sans 3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25" b="0" i="0" u="none" strike="noStrike" cap="none">
                <a:latin typeface="Source Sans 3"/>
                <a:ea typeface="Source Sans 3"/>
                <a:cs typeface="Source Sans 3"/>
                <a:sym typeface="Source Sans 3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25" b="0" i="0" u="none" strike="noStrike" cap="none">
                <a:latin typeface="Source Sans 3"/>
                <a:ea typeface="Source Sans 3"/>
                <a:cs typeface="Source Sans 3"/>
                <a:sym typeface="Source Sans 3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25" b="0" i="0" u="none" strike="noStrike" cap="none"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58108CBC-ABAD-8094-57BC-F2BDC8D68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50107b0fa7_0_18:notes">
            <a:extLst>
              <a:ext uri="{FF2B5EF4-FFF2-40B4-BE49-F238E27FC236}">
                <a16:creationId xmlns:a16="http://schemas.microsoft.com/office/drawing/2014/main" id="{FC006B8B-32FE-96B8-BACC-890F57043D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50107b0fa7_0_18:notes">
            <a:extLst>
              <a:ext uri="{FF2B5EF4-FFF2-40B4-BE49-F238E27FC236}">
                <a16:creationId xmlns:a16="http://schemas.microsoft.com/office/drawing/2014/main" id="{89673EA5-0441-B2AA-4711-6CF1C86520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61869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9073bf8dde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9073bf8dde_0_6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4309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930274da63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930274da63_0_7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8658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50107b0fa7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50107b0fa7_0_3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65375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>
          <a:extLst>
            <a:ext uri="{FF2B5EF4-FFF2-40B4-BE49-F238E27FC236}">
              <a16:creationId xmlns:a16="http://schemas.microsoft.com/office/drawing/2014/main" id="{D43AB22C-D621-777B-A7F1-9718FAE11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50107b0fa7_0_33:notes">
            <a:extLst>
              <a:ext uri="{FF2B5EF4-FFF2-40B4-BE49-F238E27FC236}">
                <a16:creationId xmlns:a16="http://schemas.microsoft.com/office/drawing/2014/main" id="{5475E633-C145-0E46-8D44-ECADB05EDA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50107b0fa7_0_33:notes">
            <a:extLst>
              <a:ext uri="{FF2B5EF4-FFF2-40B4-BE49-F238E27FC236}">
                <a16:creationId xmlns:a16="http://schemas.microsoft.com/office/drawing/2014/main" id="{A7DF36E8-24CE-CF22-C04D-5DDE7FFDE8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4451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50107b0fa7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50107b0fa7_0_3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88277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>
          <a:extLst>
            <a:ext uri="{FF2B5EF4-FFF2-40B4-BE49-F238E27FC236}">
              <a16:creationId xmlns:a16="http://schemas.microsoft.com/office/drawing/2014/main" id="{7DF52C9B-C837-C7B1-09CC-11085C9B2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50107b0fa7_0_33:notes">
            <a:extLst>
              <a:ext uri="{FF2B5EF4-FFF2-40B4-BE49-F238E27FC236}">
                <a16:creationId xmlns:a16="http://schemas.microsoft.com/office/drawing/2014/main" id="{08DECA99-A029-E435-E80B-441779A85E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50107b0fa7_0_33:notes">
            <a:extLst>
              <a:ext uri="{FF2B5EF4-FFF2-40B4-BE49-F238E27FC236}">
                <a16:creationId xmlns:a16="http://schemas.microsoft.com/office/drawing/2014/main" id="{88FE849A-00B5-D803-9BC7-180BDCB0DF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20300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50107b0fa7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50107b0fa7_0_3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1352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50107b0fa7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50107b0fa7_0_3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18525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930274da63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930274da63_0_7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78096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50107b0fa7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50107b0fa7_0_3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7356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50107b0fa7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50107b0fa7_0_3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78376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50107b0fa7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50107b0fa7_0_3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86388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50107b0fa7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50107b0fa7_0_3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82640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930274da63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930274da63_0_7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76590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50107b0fa7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50107b0fa7_0_3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18870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50107b0fa7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50107b0fa7_0_3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95953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930274da63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930274da63_0_7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01434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50107b0fa7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50107b0fa7_0_3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81273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50107b0fa7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50107b0fa7_0_3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33192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50107b0fa7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50107b0fa7_0_3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00347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930274da63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930274da63_0_7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92272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930274da63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930274da63_0_7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3115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50107b0fa7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50107b0fa7_0_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9073bf8dde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9073bf8dde_0_6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50107b0fa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50107b0fa7_0_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50107b0fa7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50107b0fa7_0_3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50107b0fa7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50107b0fa7_0_4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0107b0fa7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50107b0fa7_0_4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9073bf8dde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9073bf8dde_0_1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930274da6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930274da63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930274da6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930274da63_0_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930274da63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930274da63_0_3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930274da6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930274da63_0_6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930274da63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930274da63_0_7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930274da63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930274da63_0_7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930274da63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930274da63_0_8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930274da63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930274da63_0_8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930274da63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930274da63_0_9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930274da63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930274da63_0_10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930274da63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930274da63_0_10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930274da63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930274da63_0_1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930274da63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930274da63_0_1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930274da63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930274da63_0_1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930274da63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930274da63_0_1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930274da63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930274da63_0_14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930274da63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930274da63_0_14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 type="title">
  <p:cSld name="TITLE">
    <p:bg>
      <p:bgPr>
        <a:solidFill>
          <a:schemeClr val="dk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t="268" b="268"/>
          <a:stretch/>
        </p:blipFill>
        <p:spPr>
          <a:xfrm>
            <a:off x="0" y="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>
            <a:spLocks noGrp="1"/>
          </p:cNvSpPr>
          <p:nvPr>
            <p:ph type="pic" idx="2"/>
          </p:nvPr>
        </p:nvSpPr>
        <p:spPr>
          <a:xfrm>
            <a:off x="6819843" y="286172"/>
            <a:ext cx="2009775" cy="38225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Google Shape;14;p2"/>
          <p:cNvSpPr txBox="1">
            <a:spLocks noGrp="1"/>
          </p:cNvSpPr>
          <p:nvPr>
            <p:ph type="title"/>
          </p:nvPr>
        </p:nvSpPr>
        <p:spPr>
          <a:xfrm>
            <a:off x="457200" y="1057275"/>
            <a:ext cx="8229599" cy="1711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Teko SemiBold"/>
              <a:buNone/>
              <a:defRPr sz="5200">
                <a:solidFill>
                  <a:srgbClr val="FFFFFF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457200" y="2782650"/>
            <a:ext cx="8229600" cy="714300"/>
          </a:xfrm>
          <a:prstGeom prst="rect">
            <a:avLst/>
          </a:prstGeom>
        </p:spPr>
        <p:txBody>
          <a:bodyPr spcFirstLastPara="1" wrap="square" lIns="18275" tIns="0" rIns="0" bIns="0" anchor="t" anchorCtr="0">
            <a:normAutofit/>
          </a:bodyPr>
          <a:lstStyle>
            <a:lvl1pPr lv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2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12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12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12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12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12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12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3"/>
          </p:nvPr>
        </p:nvSpPr>
        <p:spPr>
          <a:xfrm>
            <a:off x="461400" y="4429125"/>
            <a:ext cx="8229600" cy="257100"/>
          </a:xfrm>
          <a:prstGeom prst="rect">
            <a:avLst/>
          </a:prstGeom>
        </p:spPr>
        <p:txBody>
          <a:bodyPr spcFirstLastPara="1" wrap="square" lIns="18275" tIns="0" rIns="0" bIns="0" anchor="t" anchorCtr="0">
            <a:normAutofit/>
          </a:bodyPr>
          <a:lstStyle>
            <a:lvl1pPr lvl="0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8pPr>
            <a:lvl9pPr lvl="8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753">
          <p15:clr>
            <a:srgbClr val="E46962"/>
          </p15:clr>
        </p15:guide>
        <p15:guide id="4" orient="horz" pos="2203">
          <p15:clr>
            <a:srgbClr val="E46962"/>
          </p15:clr>
        </p15:guide>
        <p15:guide id="5" orient="horz" pos="2952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Numbered">
  <p:cSld name="Agenda Numbered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>
            <a:spLocks noGrp="1"/>
          </p:cNvSpPr>
          <p:nvPr>
            <p:ph type="body" idx="1"/>
          </p:nvPr>
        </p:nvSpPr>
        <p:spPr>
          <a:xfrm>
            <a:off x="452438" y="1309314"/>
            <a:ext cx="381000" cy="381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sz="2700" i="0" baseline="-25000">
                <a:latin typeface="Teko Medium"/>
                <a:ea typeface="Teko Medium"/>
                <a:cs typeface="Teko Medium"/>
                <a:sym typeface="Teko Medium"/>
              </a:defRPr>
            </a:lvl1pPr>
            <a:lvl2pPr marL="914400" lvl="1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marL="1371600" lvl="2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marL="1828800" lvl="3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marL="2286000" lvl="4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marL="2743200" lvl="5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marL="3200400" lvl="6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marL="3657600" lvl="7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marL="4114800" lvl="8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endParaRPr lang="en-US" dirty="0"/>
          </a:p>
        </p:txBody>
      </p:sp>
      <p:sp>
        <p:nvSpPr>
          <p:cNvPr id="19" name="Google Shape;19;p3"/>
          <p:cNvSpPr>
            <a:spLocks noGrp="1"/>
          </p:cNvSpPr>
          <p:nvPr>
            <p:ph type="body" idx="2"/>
          </p:nvPr>
        </p:nvSpPr>
        <p:spPr>
          <a:xfrm>
            <a:off x="452438" y="1894064"/>
            <a:ext cx="381000" cy="381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sz="2700" i="0" baseline="-25000">
                <a:latin typeface="Teko Medium"/>
                <a:ea typeface="Teko Medium"/>
                <a:cs typeface="Teko Medium"/>
                <a:sym typeface="Teko Medium"/>
              </a:defRPr>
            </a:lvl1pPr>
            <a:lvl2pPr marL="914400" lvl="1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marL="1371600" lvl="2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marL="1828800" lvl="3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marL="2286000" lvl="4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marL="2743200" lvl="5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marL="3200400" lvl="6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marL="3657600" lvl="7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marL="4114800" lvl="8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>
            <a:spLocks noGrp="1"/>
          </p:cNvSpPr>
          <p:nvPr>
            <p:ph type="body" idx="3"/>
          </p:nvPr>
        </p:nvSpPr>
        <p:spPr>
          <a:xfrm>
            <a:off x="452438" y="2478814"/>
            <a:ext cx="381000" cy="381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sz="2700" i="0" baseline="-25000">
                <a:latin typeface="Teko Medium"/>
                <a:ea typeface="Teko Medium"/>
                <a:cs typeface="Teko Medium"/>
                <a:sym typeface="Teko Medium"/>
              </a:defRPr>
            </a:lvl1pPr>
            <a:lvl2pPr marL="914400" lvl="1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marL="1371600" lvl="2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marL="1828800" lvl="3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marL="2286000" lvl="4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marL="2743200" lvl="5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marL="3200400" lvl="6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marL="3657600" lvl="7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marL="4114800" lvl="8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>
            <a:spLocks noGrp="1"/>
          </p:cNvSpPr>
          <p:nvPr>
            <p:ph type="body" idx="4"/>
          </p:nvPr>
        </p:nvSpPr>
        <p:spPr>
          <a:xfrm>
            <a:off x="452438" y="3648314"/>
            <a:ext cx="381000" cy="381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sz="2700" i="0" baseline="-25000">
                <a:latin typeface="Teko Medium"/>
                <a:ea typeface="Teko Medium"/>
                <a:cs typeface="Teko Medium"/>
                <a:sym typeface="Teko Medium"/>
              </a:defRPr>
            </a:lvl1pPr>
            <a:lvl2pPr marL="914400" lvl="1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marL="1371600" lvl="2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marL="1828800" lvl="3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marL="2286000" lvl="4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marL="2743200" lvl="5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marL="3200400" lvl="6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marL="3657600" lvl="7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marL="4114800" lvl="8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>
            <a:spLocks noGrp="1"/>
          </p:cNvSpPr>
          <p:nvPr>
            <p:ph type="body" idx="5"/>
          </p:nvPr>
        </p:nvSpPr>
        <p:spPr>
          <a:xfrm>
            <a:off x="452438" y="3063564"/>
            <a:ext cx="381000" cy="381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sz="2700" i="0" baseline="-25000">
                <a:latin typeface="Teko Medium"/>
                <a:ea typeface="Teko Medium"/>
                <a:cs typeface="Teko Medium"/>
                <a:sym typeface="Teko Medium"/>
              </a:defRPr>
            </a:lvl1pPr>
            <a:lvl2pPr marL="914400" lvl="1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marL="1371600" lvl="2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marL="1828800" lvl="3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marL="2286000" lvl="4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marL="2743200" lvl="5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marL="3200400" lvl="6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marL="3657600" lvl="7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marL="4114800" lvl="8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>
            <a:spLocks noGrp="1"/>
          </p:cNvSpPr>
          <p:nvPr>
            <p:ph type="body" idx="6"/>
          </p:nvPr>
        </p:nvSpPr>
        <p:spPr>
          <a:xfrm>
            <a:off x="4716645" y="1309314"/>
            <a:ext cx="381000" cy="381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sz="2700" i="0" baseline="-25000">
                <a:latin typeface="Teko Medium"/>
                <a:ea typeface="Teko Medium"/>
                <a:cs typeface="Teko Medium"/>
                <a:sym typeface="Teko Medium"/>
              </a:defRPr>
            </a:lvl1pPr>
            <a:lvl2pPr marL="914400" lvl="1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marL="1371600" lvl="2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marL="1828800" lvl="3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marL="2286000" lvl="4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marL="2743200" lvl="5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marL="3200400" lvl="6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marL="3657600" lvl="7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marL="4114800" lvl="8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endParaRPr dirty="0"/>
          </a:p>
        </p:txBody>
      </p:sp>
      <p:sp>
        <p:nvSpPr>
          <p:cNvPr id="24" name="Google Shape;24;p3"/>
          <p:cNvSpPr>
            <a:spLocks noGrp="1"/>
          </p:cNvSpPr>
          <p:nvPr>
            <p:ph type="body" idx="7"/>
          </p:nvPr>
        </p:nvSpPr>
        <p:spPr>
          <a:xfrm>
            <a:off x="4716645" y="1894064"/>
            <a:ext cx="381000" cy="381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sz="2700" i="0" baseline="-25000">
                <a:latin typeface="Teko Medium"/>
                <a:ea typeface="Teko Medium"/>
                <a:cs typeface="Teko Medium"/>
                <a:sym typeface="Teko Medium"/>
              </a:defRPr>
            </a:lvl1pPr>
            <a:lvl2pPr marL="914400" lvl="1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marL="1371600" lvl="2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marL="1828800" lvl="3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marL="2286000" lvl="4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marL="2743200" lvl="5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marL="3200400" lvl="6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marL="3657600" lvl="7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marL="4114800" lvl="8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endParaRPr dirty="0"/>
          </a:p>
        </p:txBody>
      </p:sp>
      <p:sp>
        <p:nvSpPr>
          <p:cNvPr id="25" name="Google Shape;25;p3"/>
          <p:cNvSpPr>
            <a:spLocks noGrp="1"/>
          </p:cNvSpPr>
          <p:nvPr>
            <p:ph type="body" idx="8"/>
          </p:nvPr>
        </p:nvSpPr>
        <p:spPr>
          <a:xfrm>
            <a:off x="4716645" y="2478814"/>
            <a:ext cx="381000" cy="381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sz="2700" i="0" baseline="-25000">
                <a:latin typeface="Teko Medium"/>
                <a:ea typeface="Teko Medium"/>
                <a:cs typeface="Teko Medium"/>
                <a:sym typeface="Teko Medium"/>
              </a:defRPr>
            </a:lvl1pPr>
            <a:lvl2pPr marL="914400" lvl="1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marL="1371600" lvl="2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marL="1828800" lvl="3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marL="2286000" lvl="4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marL="2743200" lvl="5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marL="3200400" lvl="6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marL="3657600" lvl="7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marL="4114800" lvl="8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>
            <a:spLocks noGrp="1"/>
          </p:cNvSpPr>
          <p:nvPr>
            <p:ph type="body" idx="9"/>
          </p:nvPr>
        </p:nvSpPr>
        <p:spPr>
          <a:xfrm>
            <a:off x="4716645" y="3648314"/>
            <a:ext cx="381000" cy="381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sz="2700" i="0" baseline="-25000">
                <a:latin typeface="Teko Medium"/>
                <a:ea typeface="Teko Medium"/>
                <a:cs typeface="Teko Medium"/>
                <a:sym typeface="Teko Medium"/>
              </a:defRPr>
            </a:lvl1pPr>
            <a:lvl2pPr marL="914400" lvl="1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marL="1371600" lvl="2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marL="1828800" lvl="3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marL="2286000" lvl="4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marL="2743200" lvl="5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marL="3200400" lvl="6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marL="3657600" lvl="7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marL="4114800" lvl="8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>
            <a:spLocks noGrp="1"/>
          </p:cNvSpPr>
          <p:nvPr>
            <p:ph type="body" idx="13"/>
          </p:nvPr>
        </p:nvSpPr>
        <p:spPr>
          <a:xfrm>
            <a:off x="4716645" y="3063564"/>
            <a:ext cx="381000" cy="381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None/>
              <a:defRPr sz="2700" i="0" baseline="-25000">
                <a:latin typeface="Teko Medium"/>
                <a:ea typeface="Teko Medium"/>
                <a:cs typeface="Teko Medium"/>
                <a:sym typeface="Teko Medium"/>
              </a:defRPr>
            </a:lvl1pPr>
            <a:lvl2pPr marL="914400" lvl="1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2pPr>
            <a:lvl3pPr marL="1371600" lvl="2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3pPr>
            <a:lvl4pPr marL="1828800" lvl="3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4pPr>
            <a:lvl5pPr marL="2286000" lvl="4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5pPr>
            <a:lvl6pPr marL="2743200" lvl="5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6pPr>
            <a:lvl7pPr marL="3200400" lvl="6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7pPr>
            <a:lvl8pPr marL="3657600" lvl="7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8pPr>
            <a:lvl9pPr marL="4114800" lvl="8" indent="-40005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eko Medium"/>
              <a:buChar char="•"/>
              <a:defRPr sz="27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457200" y="402336"/>
            <a:ext cx="637540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subTitle" idx="14"/>
          </p:nvPr>
        </p:nvSpPr>
        <p:spPr>
          <a:xfrm>
            <a:off x="951200" y="1302125"/>
            <a:ext cx="3476100" cy="39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subTitle" idx="15"/>
          </p:nvPr>
        </p:nvSpPr>
        <p:spPr>
          <a:xfrm>
            <a:off x="951200" y="1886875"/>
            <a:ext cx="3476100" cy="39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subTitle" idx="16"/>
          </p:nvPr>
        </p:nvSpPr>
        <p:spPr>
          <a:xfrm>
            <a:off x="951200" y="2471625"/>
            <a:ext cx="3476100" cy="39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7"/>
          </p:nvPr>
        </p:nvSpPr>
        <p:spPr>
          <a:xfrm>
            <a:off x="951200" y="3056375"/>
            <a:ext cx="3476100" cy="39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subTitle" idx="18"/>
          </p:nvPr>
        </p:nvSpPr>
        <p:spPr>
          <a:xfrm>
            <a:off x="951200" y="3641125"/>
            <a:ext cx="3476100" cy="39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subTitle" idx="19"/>
          </p:nvPr>
        </p:nvSpPr>
        <p:spPr>
          <a:xfrm>
            <a:off x="5215425" y="1302125"/>
            <a:ext cx="3476100" cy="39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subTitle" idx="20"/>
          </p:nvPr>
        </p:nvSpPr>
        <p:spPr>
          <a:xfrm>
            <a:off x="5215425" y="1886875"/>
            <a:ext cx="3476100" cy="39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"/>
          <p:cNvSpPr txBox="1">
            <a:spLocks noGrp="1"/>
          </p:cNvSpPr>
          <p:nvPr>
            <p:ph type="subTitle" idx="21"/>
          </p:nvPr>
        </p:nvSpPr>
        <p:spPr>
          <a:xfrm>
            <a:off x="5215425" y="2471625"/>
            <a:ext cx="3476100" cy="39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subTitle" idx="22"/>
          </p:nvPr>
        </p:nvSpPr>
        <p:spPr>
          <a:xfrm>
            <a:off x="5215425" y="3056375"/>
            <a:ext cx="3476100" cy="39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"/>
          <p:cNvSpPr txBox="1">
            <a:spLocks noGrp="1"/>
          </p:cNvSpPr>
          <p:nvPr>
            <p:ph type="subTitle" idx="23"/>
          </p:nvPr>
        </p:nvSpPr>
        <p:spPr>
          <a:xfrm>
            <a:off x="5215425" y="3641125"/>
            <a:ext cx="3476100" cy="39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69">
          <p15:clr>
            <a:srgbClr val="E46962"/>
          </p15:clr>
        </p15:guide>
        <p15:guide id="2" pos="599">
          <p15:clr>
            <a:srgbClr val="E46962"/>
          </p15:clr>
        </p15:guide>
        <p15:guide id="3" pos="2789">
          <p15:clr>
            <a:srgbClr val="E46962"/>
          </p15:clr>
        </p15:guide>
        <p15:guide id="4" pos="3285">
          <p15:clr>
            <a:srgbClr val="E46962"/>
          </p15:clr>
        </p15:guide>
        <p15:guide id="5" orient="horz" pos="2543">
          <p15:clr>
            <a:srgbClr val="E46962"/>
          </p15:clr>
        </p15:guide>
        <p15:guide id="6" orient="horz" pos="2294">
          <p15:clr>
            <a:srgbClr val="E46962"/>
          </p15:clr>
        </p15:guide>
        <p15:guide id="7" orient="horz" pos="1930">
          <p15:clr>
            <a:srgbClr val="E46962"/>
          </p15:clr>
        </p15:guide>
        <p15:guide id="8" orient="horz" pos="1557">
          <p15:clr>
            <a:srgbClr val="E46962"/>
          </p15:clr>
        </p15:guide>
        <p15:guide id="9" orient="horz" pos="1193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RIght">
  <p:cSld name="Photo RIgh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>
            <a:spLocks noGrp="1"/>
          </p:cNvSpPr>
          <p:nvPr>
            <p:ph type="pic" idx="2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Google Shape;42;p4"/>
          <p:cNvSpPr txBox="1">
            <a:spLocks noGrp="1"/>
          </p:cNvSpPr>
          <p:nvPr>
            <p:ph type="title"/>
          </p:nvPr>
        </p:nvSpPr>
        <p:spPr>
          <a:xfrm>
            <a:off x="457200" y="402336"/>
            <a:ext cx="3657599" cy="653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body" idx="1"/>
          </p:nvPr>
        </p:nvSpPr>
        <p:spPr>
          <a:xfrm>
            <a:off x="457075" y="1300175"/>
            <a:ext cx="3657600" cy="31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>
            <a:spLocks noGrp="1"/>
          </p:cNvSpPr>
          <p:nvPr>
            <p:ph type="title"/>
          </p:nvPr>
        </p:nvSpPr>
        <p:spPr>
          <a:xfrm>
            <a:off x="457200" y="402336"/>
            <a:ext cx="637540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body" idx="1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tatement" type="tx">
  <p:cSld name="TITLE_AND_BODY">
    <p:bg>
      <p:bgPr>
        <a:solidFill>
          <a:schemeClr val="dk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6"/>
          <p:cNvPicPr preferRelativeResize="0"/>
          <p:nvPr/>
        </p:nvPicPr>
        <p:blipFill rotWithShape="1">
          <a:blip r:embed="rId2">
            <a:alphaModFix/>
          </a:blip>
          <a:srcRect t="90544"/>
          <a:stretch/>
        </p:blipFill>
        <p:spPr>
          <a:xfrm>
            <a:off x="1850" y="4657993"/>
            <a:ext cx="9143998" cy="4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sz="9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sz="9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sz="9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sz="9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sz="9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sz="9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sz="9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sz="9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sz="9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ubTitle" idx="1"/>
          </p:nvPr>
        </p:nvSpPr>
        <p:spPr>
          <a:xfrm>
            <a:off x="457200" y="400050"/>
            <a:ext cx="8229600" cy="402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Teko"/>
              <a:buNone/>
              <a:defRPr sz="4800" b="1">
                <a:solidFill>
                  <a:schemeClr val="lt2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>
              <a:spcBef>
                <a:spcPts val="1200"/>
              </a:spcBef>
              <a:spcAft>
                <a:spcPts val="0"/>
              </a:spcAft>
              <a:buSzPts val="1600"/>
              <a:buFont typeface="Teko"/>
              <a:buNone/>
              <a:defRPr b="1">
                <a:latin typeface="Teko"/>
                <a:ea typeface="Teko"/>
                <a:cs typeface="Teko"/>
                <a:sym typeface="Teko"/>
              </a:defRPr>
            </a:lvl2pPr>
            <a:lvl3pPr lvl="2" algn="ctr">
              <a:spcBef>
                <a:spcPts val="1200"/>
              </a:spcBef>
              <a:spcAft>
                <a:spcPts val="0"/>
              </a:spcAft>
              <a:buSzPts val="1600"/>
              <a:buFont typeface="Teko"/>
              <a:buNone/>
              <a:defRPr b="1">
                <a:latin typeface="Teko"/>
                <a:ea typeface="Teko"/>
                <a:cs typeface="Teko"/>
                <a:sym typeface="Teko"/>
              </a:defRPr>
            </a:lvl3pPr>
            <a:lvl4pPr lvl="3" algn="ctr">
              <a:spcBef>
                <a:spcPts val="1200"/>
              </a:spcBef>
              <a:spcAft>
                <a:spcPts val="0"/>
              </a:spcAft>
              <a:buSzPts val="1600"/>
              <a:buFont typeface="Teko"/>
              <a:buNone/>
              <a:defRPr b="1">
                <a:latin typeface="Teko"/>
                <a:ea typeface="Teko"/>
                <a:cs typeface="Teko"/>
                <a:sym typeface="Teko"/>
              </a:defRPr>
            </a:lvl4pPr>
            <a:lvl5pPr lvl="4" algn="ctr">
              <a:spcBef>
                <a:spcPts val="1200"/>
              </a:spcBef>
              <a:spcAft>
                <a:spcPts val="0"/>
              </a:spcAft>
              <a:buSzPts val="1600"/>
              <a:buFont typeface="Teko"/>
              <a:buNone/>
              <a:defRPr b="1">
                <a:latin typeface="Teko"/>
                <a:ea typeface="Teko"/>
                <a:cs typeface="Teko"/>
                <a:sym typeface="Teko"/>
              </a:defRPr>
            </a:lvl5pPr>
            <a:lvl6pPr lvl="5" algn="ctr">
              <a:spcBef>
                <a:spcPts val="1200"/>
              </a:spcBef>
              <a:spcAft>
                <a:spcPts val="0"/>
              </a:spcAft>
              <a:buSzPts val="1600"/>
              <a:buFont typeface="Teko"/>
              <a:buNone/>
              <a:defRPr b="1">
                <a:latin typeface="Teko"/>
                <a:ea typeface="Teko"/>
                <a:cs typeface="Teko"/>
                <a:sym typeface="Teko"/>
              </a:defRPr>
            </a:lvl6pPr>
            <a:lvl7pPr lvl="6" algn="ctr">
              <a:spcBef>
                <a:spcPts val="1200"/>
              </a:spcBef>
              <a:spcAft>
                <a:spcPts val="0"/>
              </a:spcAft>
              <a:buSzPts val="1600"/>
              <a:buFont typeface="Teko"/>
              <a:buNone/>
              <a:defRPr b="1">
                <a:latin typeface="Teko"/>
                <a:ea typeface="Teko"/>
                <a:cs typeface="Teko"/>
                <a:sym typeface="Teko"/>
              </a:defRPr>
            </a:lvl7pPr>
            <a:lvl8pPr lvl="7" algn="ctr">
              <a:spcBef>
                <a:spcPts val="1200"/>
              </a:spcBef>
              <a:spcAft>
                <a:spcPts val="0"/>
              </a:spcAft>
              <a:buSzPts val="1600"/>
              <a:buFont typeface="Teko"/>
              <a:buNone/>
              <a:defRPr b="1">
                <a:latin typeface="Teko"/>
                <a:ea typeface="Teko"/>
                <a:cs typeface="Teko"/>
                <a:sym typeface="Teko"/>
              </a:defRPr>
            </a:lvl8pPr>
            <a:lvl9pPr lvl="8" algn="ctr">
              <a:spcBef>
                <a:spcPts val="1200"/>
              </a:spcBef>
              <a:spcAft>
                <a:spcPts val="0"/>
              </a:spcAft>
              <a:buSzPts val="1600"/>
              <a:buFont typeface="Teko"/>
              <a:buNone/>
              <a:defRPr b="1">
                <a:latin typeface="Teko"/>
                <a:ea typeface="Teko"/>
                <a:cs typeface="Teko"/>
                <a:sym typeface="Tek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&amp; Photo">
  <p:cSld name="Title &amp; Photo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6" name="Google Shape;56;p8"/>
          <p:cNvPicPr preferRelativeResize="0"/>
          <p:nvPr/>
        </p:nvPicPr>
        <p:blipFill rotWithShape="1">
          <a:blip r:embed="rId2">
            <a:alphaModFix/>
          </a:blip>
          <a:srcRect t="90792"/>
          <a:stretch/>
        </p:blipFill>
        <p:spPr>
          <a:xfrm>
            <a:off x="1850" y="4671781"/>
            <a:ext cx="9143998" cy="47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8"/>
          <p:cNvPicPr preferRelativeResize="0"/>
          <p:nvPr/>
        </p:nvPicPr>
        <p:blipFill rotWithShape="1">
          <a:blip r:embed="rId3">
            <a:alphaModFix/>
          </a:blip>
          <a:srcRect b="79455"/>
          <a:stretch/>
        </p:blipFill>
        <p:spPr>
          <a:xfrm>
            <a:off x="1850" y="0"/>
            <a:ext cx="9140299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8"/>
          <p:cNvSpPr>
            <a:spLocks noGrp="1"/>
          </p:cNvSpPr>
          <p:nvPr>
            <p:ph type="pic" idx="3"/>
          </p:nvPr>
        </p:nvSpPr>
        <p:spPr>
          <a:xfrm>
            <a:off x="6819843" y="286172"/>
            <a:ext cx="2009775" cy="38225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457200" y="2263818"/>
            <a:ext cx="8229600" cy="174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Teko SemiBold"/>
              <a:buNone/>
              <a:defRPr sz="5200">
                <a:solidFill>
                  <a:srgbClr val="FFFFFF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ubTitle" idx="1"/>
          </p:nvPr>
        </p:nvSpPr>
        <p:spPr>
          <a:xfrm>
            <a:off x="450450" y="412900"/>
            <a:ext cx="5400900" cy="2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  <a:defRPr sz="1100">
                <a:solidFill>
                  <a:schemeClr val="lt2"/>
                </a:solidFill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subTitle" idx="4"/>
          </p:nvPr>
        </p:nvSpPr>
        <p:spPr>
          <a:xfrm>
            <a:off x="450450" y="4020350"/>
            <a:ext cx="8229600" cy="40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120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2">
          <p15:clr>
            <a:srgbClr val="E46962"/>
          </p15:clr>
        </p15:guide>
        <p15:guide id="2" pos="3686">
          <p15:clr>
            <a:srgbClr val="E46962"/>
          </p15:clr>
        </p15:guide>
        <p15:guide id="3" orient="horz" pos="2533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Simple">
  <p:cSld name="Agenda Simpl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>
            <a:spLocks noGrp="1"/>
          </p:cNvSpPr>
          <p:nvPr>
            <p:ph type="title"/>
          </p:nvPr>
        </p:nvSpPr>
        <p:spPr>
          <a:xfrm>
            <a:off x="457200" y="402336"/>
            <a:ext cx="637540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body" idx="1"/>
          </p:nvPr>
        </p:nvSpPr>
        <p:spPr>
          <a:xfrm>
            <a:off x="457075" y="1300175"/>
            <a:ext cx="8229600" cy="31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Photo Alt">
  <p:cSld name="Title &amp; Photo Al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5001965" y="813547"/>
            <a:ext cx="3684834" cy="1758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ubTitle" idx="1"/>
          </p:nvPr>
        </p:nvSpPr>
        <p:spPr>
          <a:xfrm>
            <a:off x="5001975" y="2641600"/>
            <a:ext cx="3684900" cy="178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1200"/>
              </a:spcBef>
              <a:spcAft>
                <a:spcPts val="0"/>
              </a:spcAft>
              <a:buSzPts val="1700"/>
              <a:buFont typeface="Source Sans 3 Medium"/>
              <a:buNone/>
              <a:defRPr sz="1700">
                <a:latin typeface="Source Sans 3 Medium"/>
                <a:ea typeface="Source Sans 3 Medium"/>
                <a:cs typeface="Source Sans 3 Medium"/>
                <a:sym typeface="Source Sans 3 Medium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8pPr>
            <a:lvl9pPr lvl="8">
              <a:spcBef>
                <a:spcPts val="1200"/>
              </a:spcBef>
              <a:spcAft>
                <a:spcPts val="0"/>
              </a:spcAft>
              <a:buSzPts val="1600"/>
              <a:buFont typeface="Source Sans 3 Medium"/>
              <a:buNone/>
              <a:defRPr>
                <a:latin typeface="Source Sans 3 Medium"/>
                <a:ea typeface="Source Sans 3 Medium"/>
                <a:cs typeface="Source Sans 3 Medium"/>
                <a:sym typeface="Source Sans 3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">
  <p:cSld name="Section">
    <p:bg>
      <p:bgPr>
        <a:solidFill>
          <a:schemeClr val="dk1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1"/>
          <p:cNvPicPr preferRelativeResize="0"/>
          <p:nvPr/>
        </p:nvPicPr>
        <p:blipFill rotWithShape="1">
          <a:blip r:embed="rId2">
            <a:alphaModFix/>
          </a:blip>
          <a:srcRect t="90544"/>
          <a:stretch/>
        </p:blipFill>
        <p:spPr>
          <a:xfrm>
            <a:off x="1850" y="4657993"/>
            <a:ext cx="9143998" cy="4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sz="9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sz="9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sz="9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sz="9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sz="9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sz="9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sz="9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sz="9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  <a:defRPr sz="9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>
            <a:off x="457200" y="1522413"/>
            <a:ext cx="8229599" cy="174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 i="0">
                <a:solidFill>
                  <a:srgbClr val="FFFFFF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90AF00-136F-48FD-AAD5-7BA1EFDB18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9960" y="4814644"/>
            <a:ext cx="1231750" cy="3155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Content">
  <p:cSld name="Title &amp; Conten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>
            <a:spLocks noGrp="1"/>
          </p:cNvSpPr>
          <p:nvPr>
            <p:ph type="title"/>
          </p:nvPr>
        </p:nvSpPr>
        <p:spPr>
          <a:xfrm>
            <a:off x="457200" y="402336"/>
            <a:ext cx="637540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body" idx="1"/>
          </p:nvPr>
        </p:nvSpPr>
        <p:spPr>
          <a:xfrm>
            <a:off x="457200" y="1300163"/>
            <a:ext cx="8229600" cy="3128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5pPr>
            <a:lvl6pPr marL="2743200" lvl="5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marL="3657600" lvl="7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2 Columns">
  <p:cSld name="Title &amp; 2 Column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>
            <a:spLocks noGrp="1"/>
          </p:cNvSpPr>
          <p:nvPr>
            <p:ph type="title"/>
          </p:nvPr>
        </p:nvSpPr>
        <p:spPr>
          <a:xfrm>
            <a:off x="457200" y="402336"/>
            <a:ext cx="637540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>
            <a:off x="457200" y="1300175"/>
            <a:ext cx="3950400" cy="31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body" idx="2"/>
          </p:nvPr>
        </p:nvSpPr>
        <p:spPr>
          <a:xfrm>
            <a:off x="4736400" y="1300175"/>
            <a:ext cx="3950400" cy="31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 rtl="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rtl="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rtl="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rtl="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 rtl="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rtl="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 rtl="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rtl="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>
            <a:spLocks noGrp="1"/>
          </p:cNvSpPr>
          <p:nvPr>
            <p:ph type="title"/>
          </p:nvPr>
        </p:nvSpPr>
        <p:spPr>
          <a:xfrm>
            <a:off x="457200" y="402336"/>
            <a:ext cx="637540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Fact">
  <p:cSld name="Big Fac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title"/>
          </p:nvPr>
        </p:nvSpPr>
        <p:spPr>
          <a:xfrm>
            <a:off x="457200" y="891100"/>
            <a:ext cx="8229600" cy="2381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subTitle" idx="1"/>
          </p:nvPr>
        </p:nvSpPr>
        <p:spPr>
          <a:xfrm>
            <a:off x="457200" y="3098325"/>
            <a:ext cx="82296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1200"/>
              </a:spcBef>
              <a:spcAft>
                <a:spcPts val="0"/>
              </a:spcAft>
              <a:buSzPts val="2050"/>
              <a:buFont typeface="Source Sans 3 SemiBold"/>
              <a:buNone/>
              <a:defRPr sz="2050"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SzPts val="2050"/>
              <a:buFont typeface="Source Sans 3 SemiBold"/>
              <a:buNone/>
              <a:defRPr sz="2050"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SzPts val="2050"/>
              <a:buFont typeface="Source Sans 3 SemiBold"/>
              <a:buNone/>
              <a:defRPr sz="2050"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SzPts val="2050"/>
              <a:buFont typeface="Source Sans 3 SemiBold"/>
              <a:buNone/>
              <a:defRPr sz="2050"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SzPts val="2050"/>
              <a:buFont typeface="Source Sans 3 SemiBold"/>
              <a:buNone/>
              <a:defRPr sz="2050"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SzPts val="2050"/>
              <a:buFont typeface="Source Sans 3 SemiBold"/>
              <a:buNone/>
              <a:defRPr sz="2050"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SzPts val="2050"/>
              <a:buFont typeface="Source Sans 3 SemiBold"/>
              <a:buNone/>
              <a:defRPr sz="2050"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SzPts val="2050"/>
              <a:buFont typeface="Source Sans 3 SemiBold"/>
              <a:buNone/>
              <a:defRPr sz="2050"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8pPr>
            <a:lvl9pPr lvl="8">
              <a:spcBef>
                <a:spcPts val="1200"/>
              </a:spcBef>
              <a:spcAft>
                <a:spcPts val="0"/>
              </a:spcAft>
              <a:buSzPts val="2050"/>
              <a:buFont typeface="Source Sans 3 SemiBold"/>
              <a:buNone/>
              <a:defRPr sz="2050"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body" idx="1"/>
          </p:nvPr>
        </p:nvSpPr>
        <p:spPr>
          <a:xfrm>
            <a:off x="911259" y="3558795"/>
            <a:ext cx="7575020" cy="238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50"/>
              <a:buNone/>
              <a:defRPr sz="1150"/>
            </a:lvl1pPr>
            <a:lvl2pPr marL="914400" lvl="1" indent="-301625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50"/>
              <a:buChar char="•"/>
              <a:defRPr sz="1150"/>
            </a:lvl2pPr>
            <a:lvl3pPr marL="1371600" lvl="2" indent="-301625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50"/>
              <a:buChar char="•"/>
              <a:defRPr sz="1150"/>
            </a:lvl3pPr>
            <a:lvl4pPr marL="1828800" lvl="3" indent="-301625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50"/>
              <a:buChar char="•"/>
              <a:defRPr sz="1150"/>
            </a:lvl4pPr>
            <a:lvl5pPr marL="2286000" lvl="4" indent="-301625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50"/>
              <a:buChar char="•"/>
              <a:defRPr sz="1150"/>
            </a:lvl5pPr>
            <a:lvl6pPr marL="2743200" lvl="5" indent="-301625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50"/>
              <a:buChar char="•"/>
              <a:defRPr sz="1150"/>
            </a:lvl6pPr>
            <a:lvl7pPr marL="3200400" lvl="6" indent="-301625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50"/>
              <a:buChar char="•"/>
              <a:defRPr sz="1150"/>
            </a:lvl7pPr>
            <a:lvl8pPr marL="3657600" lvl="7" indent="-301625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50"/>
              <a:buChar char="•"/>
              <a:defRPr sz="1150"/>
            </a:lvl8pPr>
            <a:lvl9pPr marL="4114800" lvl="8" indent="-301625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50"/>
              <a:buChar char="•"/>
              <a:defRPr sz="1150"/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body" idx="2"/>
          </p:nvPr>
        </p:nvSpPr>
        <p:spPr>
          <a:xfrm>
            <a:off x="657721" y="1057275"/>
            <a:ext cx="7828558" cy="2233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82B49"/>
              </a:buClr>
              <a:buSzPts val="3200"/>
              <a:buFont typeface="Teko"/>
              <a:buNone/>
              <a:defRPr sz="3200" b="1" i="0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1pPr>
            <a:lvl2pPr marL="914400" lvl="1" indent="-431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82B49"/>
              </a:buClr>
              <a:buSzPts val="3200"/>
              <a:buFont typeface="Teko"/>
              <a:buChar char="•"/>
              <a:defRPr sz="3200" b="1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2pPr>
            <a:lvl3pPr marL="1371600" lvl="2" indent="-431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82B49"/>
              </a:buClr>
              <a:buSzPts val="3200"/>
              <a:buFont typeface="Teko"/>
              <a:buChar char="•"/>
              <a:defRPr sz="3200" b="1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3pPr>
            <a:lvl4pPr marL="1828800" lvl="3" indent="-431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82B49"/>
              </a:buClr>
              <a:buSzPts val="3200"/>
              <a:buFont typeface="Teko"/>
              <a:buChar char="•"/>
              <a:defRPr sz="3200" b="1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82B49"/>
              </a:buClr>
              <a:buSzPts val="3200"/>
              <a:buFont typeface="Teko"/>
              <a:buNone/>
              <a:defRPr sz="3200" b="1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5pPr>
            <a:lvl6pPr marL="2743200" lvl="5" indent="-431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eko"/>
              <a:buChar char="•"/>
              <a:defRPr sz="3200" b="1">
                <a:latin typeface="Teko"/>
                <a:ea typeface="Teko"/>
                <a:cs typeface="Teko"/>
                <a:sym typeface="Teko"/>
              </a:defRPr>
            </a:lvl6pPr>
            <a:lvl7pPr marL="3200400" lvl="6" indent="-431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eko"/>
              <a:buChar char="•"/>
              <a:defRPr sz="3200" b="1">
                <a:latin typeface="Teko"/>
                <a:ea typeface="Teko"/>
                <a:cs typeface="Teko"/>
                <a:sym typeface="Teko"/>
              </a:defRPr>
            </a:lvl7pPr>
            <a:lvl8pPr marL="3657600" lvl="7" indent="-431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eko"/>
              <a:buChar char="•"/>
              <a:defRPr sz="3200" b="1">
                <a:latin typeface="Teko"/>
                <a:ea typeface="Teko"/>
                <a:cs typeface="Teko"/>
                <a:sym typeface="Teko"/>
              </a:defRPr>
            </a:lvl8pPr>
            <a:lvl9pPr marL="4114800" lvl="8" indent="-431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eko"/>
              <a:buChar char="•"/>
              <a:defRPr sz="3200" b="1">
                <a:latin typeface="Teko"/>
                <a:ea typeface="Teko"/>
                <a:cs typeface="Teko"/>
                <a:sym typeface="Teko"/>
              </a:defRPr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3 Up">
  <p:cSld name="Photo - 3 Up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>
            <a:spLocks noGrp="1"/>
          </p:cNvSpPr>
          <p:nvPr>
            <p:ph type="pic" idx="2"/>
          </p:nvPr>
        </p:nvSpPr>
        <p:spPr>
          <a:xfrm>
            <a:off x="5910262" y="2647500"/>
            <a:ext cx="2776538" cy="2019774"/>
          </a:xfrm>
          <a:prstGeom prst="roundRect">
            <a:avLst>
              <a:gd name="adj" fmla="val 4810"/>
            </a:avLst>
          </a:prstGeom>
          <a:noFill/>
          <a:ln>
            <a:noFill/>
          </a:ln>
        </p:spPr>
      </p:sp>
      <p:sp>
        <p:nvSpPr>
          <p:cNvPr id="97" name="Google Shape;97;p17"/>
          <p:cNvSpPr>
            <a:spLocks noGrp="1"/>
          </p:cNvSpPr>
          <p:nvPr>
            <p:ph type="pic" idx="3"/>
          </p:nvPr>
        </p:nvSpPr>
        <p:spPr>
          <a:xfrm>
            <a:off x="5910262" y="452296"/>
            <a:ext cx="2776538" cy="2019774"/>
          </a:xfrm>
          <a:prstGeom prst="roundRect">
            <a:avLst>
              <a:gd name="adj" fmla="val 4810"/>
            </a:avLst>
          </a:prstGeom>
          <a:noFill/>
          <a:ln>
            <a:noFill/>
          </a:ln>
        </p:spPr>
      </p:sp>
      <p:sp>
        <p:nvSpPr>
          <p:cNvPr id="98" name="Google Shape;98;p17"/>
          <p:cNvSpPr>
            <a:spLocks noGrp="1"/>
          </p:cNvSpPr>
          <p:nvPr>
            <p:ph type="pic" idx="4"/>
          </p:nvPr>
        </p:nvSpPr>
        <p:spPr>
          <a:xfrm>
            <a:off x="457200" y="452628"/>
            <a:ext cx="5291100" cy="4214700"/>
          </a:xfrm>
          <a:prstGeom prst="roundRect">
            <a:avLst>
              <a:gd name="adj" fmla="val 2254"/>
            </a:avLst>
          </a:prstGeom>
          <a:noFill/>
          <a:ln>
            <a:noFill/>
          </a:ln>
        </p:spPr>
      </p:sp>
      <p:sp>
        <p:nvSpPr>
          <p:cNvPr id="99" name="Google Shape;99;p17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">
  <p:cSld name="Photo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18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ame Only">
  <p:cSld name="Frame Only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1pPr>
            <a:lvl2pPr marL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2pPr>
            <a:lvl3pPr marL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3pPr>
            <a:lvl4pPr marL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4pPr>
            <a:lvl5pPr marL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5pPr>
            <a:lvl6pPr marL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6pPr>
            <a:lvl7pPr marL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7pPr>
            <a:lvl8pPr marL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8pPr>
            <a:lvl9pPr marL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0" y="0"/>
            <a:ext cx="9148763" cy="5148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"/>
          <p:cNvPicPr preferRelativeResize="0"/>
          <p:nvPr/>
        </p:nvPicPr>
        <p:blipFill rotWithShape="1">
          <a:blip r:embed="rId21">
            <a:alphaModFix/>
          </a:blip>
          <a:srcRect t="709" b="709"/>
          <a:stretch/>
        </p:blipFill>
        <p:spPr>
          <a:xfrm>
            <a:off x="7538833" y="240172"/>
            <a:ext cx="1377803" cy="25833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sz="12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sz="9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sz="9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sz="9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sz="9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sz="9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sz="9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sz="9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  <a:defRPr sz="9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1200"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457200" y="1300163"/>
            <a:ext cx="8229600" cy="3128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sz="160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marL="914400" marR="0" lvl="1" indent="-3302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sz="160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marL="1371600" marR="0" lvl="2" indent="-3302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sz="160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marL="1828800" marR="0" lvl="3" indent="-3302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sz="160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marL="2286000" marR="0" lvl="4" indent="-3302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sz="160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marL="2743200" marR="0" lvl="5" indent="-3302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sz="160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marL="3200400" marR="0" lvl="6" indent="-3302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sz="160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marL="3657600" marR="0" lvl="7" indent="-3302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sz="160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marL="4114800" marR="0" lvl="8" indent="-3302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Char char="•"/>
              <a:defRPr sz="160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402336"/>
            <a:ext cx="637540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eko"/>
              <a:buNone/>
              <a:defRPr sz="3400" b="1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sz="3375" b="1" i="0" u="none" strike="noStrike" cap="non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sz="3375" b="1" i="0" u="none" strike="noStrike" cap="non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sz="3375" b="1" i="0" u="none" strike="noStrike" cap="non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sz="3375" b="1" i="0" u="none" strike="noStrike" cap="non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sz="3375" b="1" i="0" u="none" strike="noStrike" cap="non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sz="3375" b="1" i="0" u="none" strike="noStrike" cap="non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sz="3375" b="1" i="0" u="none" strike="noStrike" cap="non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82B49"/>
              </a:buClr>
              <a:buSzPts val="3375"/>
              <a:buFont typeface="Teko"/>
              <a:buNone/>
              <a:defRPr sz="3375" b="1" i="0" u="none" strike="noStrike" cap="none">
                <a:solidFill>
                  <a:srgbClr val="182B49"/>
                </a:solidFill>
                <a:latin typeface="Teko"/>
                <a:ea typeface="Teko"/>
                <a:cs typeface="Teko"/>
                <a:sym typeface="Teko"/>
              </a:defRPr>
            </a:lvl9pPr>
          </a:lstStyle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D5FD77-F606-F587-4AD5-9BEBF7E91C23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639960" y="4814644"/>
            <a:ext cx="1231750" cy="31557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orient="horz" pos="819">
          <p15:clr>
            <a:srgbClr val="F26B43"/>
          </p15:clr>
        </p15:guide>
        <p15:guide id="4" orient="horz" pos="2790">
          <p15:clr>
            <a:srgbClr val="F26B43"/>
          </p15:clr>
        </p15:guide>
        <p15:guide id="5" orient="horz" pos="252">
          <p15:clr>
            <a:srgbClr val="F26B43"/>
          </p15:clr>
        </p15:guide>
        <p15:guide id="6" orient="horz" pos="666">
          <p15:clr>
            <a:srgbClr val="F26B43"/>
          </p15:clr>
        </p15:guide>
        <p15:guide id="7" pos="288">
          <p15:clr>
            <a:srgbClr val="F26B43"/>
          </p15:clr>
        </p15:guide>
        <p15:guide id="8" pos="5472">
          <p15:clr>
            <a:srgbClr val="F26B43"/>
          </p15:clr>
        </p15:guide>
        <p15:guide id="9" pos="259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ntshare.com/fonts/teko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fonts.google.com/specimen/Source+Sans+3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csd.edu/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ucsd.edu/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.pn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C230C9F6-D1E9-8CCB-7298-E035FC115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0">
            <a:extLst>
              <a:ext uri="{FF2B5EF4-FFF2-40B4-BE49-F238E27FC236}">
                <a16:creationId xmlns:a16="http://schemas.microsoft.com/office/drawing/2014/main" id="{327D3331-4524-0EA0-B233-F806CBC4501D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9"/>
          <a:stretch/>
        </p:blipFill>
        <p:spPr>
          <a:xfrm>
            <a:off x="6819843" y="286172"/>
            <a:ext cx="2009699" cy="382200"/>
          </a:xfrm>
          <a:prstGeom prst="rect">
            <a:avLst/>
          </a:prstGeom>
        </p:spPr>
      </p:pic>
      <p:sp>
        <p:nvSpPr>
          <p:cNvPr id="110" name="Google Shape;110;p20">
            <a:extLst>
              <a:ext uri="{FF2B5EF4-FFF2-40B4-BE49-F238E27FC236}">
                <a16:creationId xmlns:a16="http://schemas.microsoft.com/office/drawing/2014/main" id="{1FC8624B-2879-11EE-9A60-6B13D0A90C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057275"/>
            <a:ext cx="8229600" cy="1711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dirty="0">
                <a:solidFill>
                  <a:schemeClr val="lt1"/>
                </a:solidFill>
                <a:latin typeface="Source Sans 3"/>
                <a:sym typeface="Source Sans 3"/>
              </a:rPr>
              <a:t>Bioinspired Backbone Geometry for Multi-Point 3D Force Estimation in Continuum Robots</a:t>
            </a:r>
            <a:endParaRPr sz="3200" b="0" dirty="0">
              <a:solidFill>
                <a:schemeClr val="lt1"/>
              </a:solidFill>
              <a:latin typeface="Source Sans 3"/>
              <a:sym typeface="Source Sans 3"/>
            </a:endParaRPr>
          </a:p>
        </p:txBody>
      </p:sp>
      <p:sp>
        <p:nvSpPr>
          <p:cNvPr id="111" name="Google Shape;111;p20">
            <a:extLst>
              <a:ext uri="{FF2B5EF4-FFF2-40B4-BE49-F238E27FC236}">
                <a16:creationId xmlns:a16="http://schemas.microsoft.com/office/drawing/2014/main" id="{D1C905BE-72A7-25FB-0F73-C22066D56DB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" y="2782650"/>
            <a:ext cx="8229600" cy="714300"/>
          </a:xfrm>
          <a:prstGeom prst="rect">
            <a:avLst/>
          </a:prstGeom>
        </p:spPr>
        <p:txBody>
          <a:bodyPr spcFirstLastPara="1" wrap="square" lIns="18275" tIns="0" rIns="0" bIns="0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Noah L Jones, Anna Xu, Tania K Morimoto</a:t>
            </a:r>
            <a:endParaRPr dirty="0"/>
          </a:p>
        </p:txBody>
      </p:sp>
      <p:sp>
        <p:nvSpPr>
          <p:cNvPr id="112" name="Google Shape;112;p20">
            <a:extLst>
              <a:ext uri="{FF2B5EF4-FFF2-40B4-BE49-F238E27FC236}">
                <a16:creationId xmlns:a16="http://schemas.microsoft.com/office/drawing/2014/main" id="{A8ED0548-1346-53AB-B529-95DEBA170DD4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61400" y="4429125"/>
            <a:ext cx="8229600" cy="257100"/>
          </a:xfrm>
          <a:prstGeom prst="rect">
            <a:avLst/>
          </a:prstGeom>
        </p:spPr>
        <p:txBody>
          <a:bodyPr spcFirstLastPara="1" wrap="square" lIns="18275" tIns="0" rIns="0" bIns="0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University Communications  |  October 17, 2023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2731E2-CF72-4EA4-B7EB-871A0B8EDE4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0929" r="16690"/>
          <a:stretch/>
        </p:blipFill>
        <p:spPr>
          <a:xfrm>
            <a:off x="6882872" y="3202223"/>
            <a:ext cx="2261128" cy="1985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204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>
            <a:spLocks noGrp="1"/>
          </p:cNvSpPr>
          <p:nvPr>
            <p:ph type="body" idx="1"/>
          </p:nvPr>
        </p:nvSpPr>
        <p:spPr>
          <a:xfrm>
            <a:off x="452438" y="887233"/>
            <a:ext cx="381000" cy="381000"/>
          </a:xfrm>
          <a:prstGeom prst="ellipse">
            <a:avLst/>
          </a:prstGeom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</a:t>
            </a:r>
            <a:endParaRPr dirty="0"/>
          </a:p>
        </p:txBody>
      </p:sp>
      <p:sp>
        <p:nvSpPr>
          <p:cNvPr id="118" name="Google Shape;118;p21"/>
          <p:cNvSpPr>
            <a:spLocks noGrp="1"/>
          </p:cNvSpPr>
          <p:nvPr>
            <p:ph type="body" idx="2"/>
          </p:nvPr>
        </p:nvSpPr>
        <p:spPr>
          <a:xfrm>
            <a:off x="452438" y="1471983"/>
            <a:ext cx="381000" cy="381000"/>
          </a:xfrm>
          <a:prstGeom prst="ellipse">
            <a:avLst/>
          </a:prstGeom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19" name="Google Shape;119;p21"/>
          <p:cNvSpPr>
            <a:spLocks noGrp="1"/>
          </p:cNvSpPr>
          <p:nvPr>
            <p:ph type="body" idx="3"/>
          </p:nvPr>
        </p:nvSpPr>
        <p:spPr>
          <a:xfrm>
            <a:off x="452438" y="2051109"/>
            <a:ext cx="381000" cy="381000"/>
          </a:xfrm>
          <a:prstGeom prst="ellipse">
            <a:avLst/>
          </a:prstGeom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120" name="Google Shape;120;p21"/>
          <p:cNvSpPr>
            <a:spLocks noGrp="1"/>
          </p:cNvSpPr>
          <p:nvPr>
            <p:ph type="body" idx="4"/>
          </p:nvPr>
        </p:nvSpPr>
        <p:spPr>
          <a:xfrm>
            <a:off x="452438" y="3220609"/>
            <a:ext cx="381000" cy="381000"/>
          </a:xfrm>
          <a:prstGeom prst="ellipse">
            <a:avLst/>
          </a:prstGeom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</a:t>
            </a:r>
            <a:endParaRPr dirty="0"/>
          </a:p>
        </p:txBody>
      </p:sp>
      <p:sp>
        <p:nvSpPr>
          <p:cNvPr id="121" name="Google Shape;121;p21"/>
          <p:cNvSpPr>
            <a:spLocks noGrp="1"/>
          </p:cNvSpPr>
          <p:nvPr>
            <p:ph type="body" idx="5"/>
          </p:nvPr>
        </p:nvSpPr>
        <p:spPr>
          <a:xfrm>
            <a:off x="452438" y="2635859"/>
            <a:ext cx="381000" cy="381000"/>
          </a:xfrm>
          <a:prstGeom prst="ellipse">
            <a:avLst/>
          </a:prstGeom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122" name="Google Shape;122;p21"/>
          <p:cNvSpPr txBox="1">
            <a:spLocks noGrp="1"/>
          </p:cNvSpPr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subTitle" idx="14"/>
          </p:nvPr>
        </p:nvSpPr>
        <p:spPr>
          <a:xfrm>
            <a:off x="951200" y="880044"/>
            <a:ext cx="3476100" cy="39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lnSpcReduction="10000"/>
          </a:bodyPr>
          <a:lstStyle/>
          <a:p>
            <a:pPr marL="0" indent="0"/>
            <a:r>
              <a:rPr lang="en-US"/>
              <a:t>Background &amp; Motivation</a:t>
            </a:r>
          </a:p>
        </p:txBody>
      </p:sp>
      <p:sp>
        <p:nvSpPr>
          <p:cNvPr id="125" name="Google Shape;125;p21"/>
          <p:cNvSpPr txBox="1">
            <a:spLocks noGrp="1"/>
          </p:cNvSpPr>
          <p:nvPr>
            <p:ph type="subTitle" idx="15"/>
          </p:nvPr>
        </p:nvSpPr>
        <p:spPr>
          <a:xfrm>
            <a:off x="951200" y="1459170"/>
            <a:ext cx="3476100" cy="39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Force Estimation Model</a:t>
            </a:r>
            <a:endParaRPr dirty="0"/>
          </a:p>
        </p:txBody>
      </p:sp>
      <p:sp>
        <p:nvSpPr>
          <p:cNvPr id="126" name="Google Shape;126;p21"/>
          <p:cNvSpPr txBox="1">
            <a:spLocks noGrp="1"/>
          </p:cNvSpPr>
          <p:nvPr>
            <p:ph type="subTitle" idx="16"/>
          </p:nvPr>
        </p:nvSpPr>
        <p:spPr>
          <a:xfrm>
            <a:off x="951200" y="2043920"/>
            <a:ext cx="3476100" cy="39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Design Optimization</a:t>
            </a:r>
            <a:endParaRPr dirty="0"/>
          </a:p>
        </p:txBody>
      </p:sp>
      <p:sp>
        <p:nvSpPr>
          <p:cNvPr id="127" name="Google Shape;127;p21"/>
          <p:cNvSpPr txBox="1">
            <a:spLocks noGrp="1"/>
          </p:cNvSpPr>
          <p:nvPr>
            <p:ph type="subTitle" idx="17"/>
          </p:nvPr>
        </p:nvSpPr>
        <p:spPr>
          <a:xfrm>
            <a:off x="951200" y="2628670"/>
            <a:ext cx="3476100" cy="39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Fabrication</a:t>
            </a:r>
            <a:endParaRPr dirty="0"/>
          </a:p>
        </p:txBody>
      </p:sp>
      <p:sp>
        <p:nvSpPr>
          <p:cNvPr id="128" name="Google Shape;128;p21"/>
          <p:cNvSpPr txBox="1">
            <a:spLocks noGrp="1"/>
          </p:cNvSpPr>
          <p:nvPr>
            <p:ph type="subTitle" idx="18"/>
          </p:nvPr>
        </p:nvSpPr>
        <p:spPr>
          <a:xfrm>
            <a:off x="951200" y="3213420"/>
            <a:ext cx="3476100" cy="39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Results &amp; Discussion </a:t>
            </a:r>
            <a:endParaRPr dirty="0"/>
          </a:p>
        </p:txBody>
      </p:sp>
      <p:sp>
        <p:nvSpPr>
          <p:cNvPr id="14" name="Google Shape;120;p21">
            <a:extLst>
              <a:ext uri="{FF2B5EF4-FFF2-40B4-BE49-F238E27FC236}">
                <a16:creationId xmlns:a16="http://schemas.microsoft.com/office/drawing/2014/main" id="{7FCBE54C-8C2B-44D7-A081-67EBDA8FF0BD}"/>
              </a:ext>
            </a:extLst>
          </p:cNvPr>
          <p:cNvSpPr txBox="1">
            <a:spLocks/>
          </p:cNvSpPr>
          <p:nvPr/>
        </p:nvSpPr>
        <p:spPr>
          <a:xfrm>
            <a:off x="452438" y="3805359"/>
            <a:ext cx="381000" cy="381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eko Medium"/>
              <a:buNone/>
              <a:defRPr sz="2700" b="0" i="0" u="none" strike="noStrike" cap="none" baseline="-25000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1pPr>
            <a:lvl2pPr marL="914400" marR="0" lvl="1" indent="-400050" algn="ctr" rtl="0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eko Medium"/>
              <a:buChar char="•"/>
              <a:defRPr sz="2700" b="0" i="0" u="none" strike="noStrike" cap="none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2pPr>
            <a:lvl3pPr marL="1371600" marR="0" lvl="2" indent="-400050" algn="ctr" rtl="0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eko Medium"/>
              <a:buChar char="•"/>
              <a:defRPr sz="2700" b="0" i="0" u="none" strike="noStrike" cap="none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3pPr>
            <a:lvl4pPr marL="1828800" marR="0" lvl="3" indent="-400050" algn="ctr" rtl="0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eko Medium"/>
              <a:buChar char="•"/>
              <a:defRPr sz="2700" b="0" i="0" u="none" strike="noStrike" cap="none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4pPr>
            <a:lvl5pPr marL="2286000" marR="0" lvl="4" indent="-400050" algn="ctr" rtl="0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eko Medium"/>
              <a:buChar char="•"/>
              <a:defRPr sz="2700" b="0" i="0" u="none" strike="noStrike" cap="none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5pPr>
            <a:lvl6pPr marL="2743200" marR="0" lvl="5" indent="-400050" algn="ctr" rtl="0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eko Medium"/>
              <a:buChar char="•"/>
              <a:defRPr sz="2700" b="0" i="0" u="none" strike="noStrike" cap="none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6pPr>
            <a:lvl7pPr marL="3200400" marR="0" lvl="6" indent="-400050" algn="ctr" rtl="0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eko Medium"/>
              <a:buChar char="•"/>
              <a:defRPr sz="2700" b="0" i="0" u="none" strike="noStrike" cap="none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7pPr>
            <a:lvl8pPr marL="3657600" marR="0" lvl="7" indent="-400050" algn="ctr" rtl="0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eko Medium"/>
              <a:buChar char="•"/>
              <a:defRPr sz="2700" b="0" i="0" u="none" strike="noStrike" cap="none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8pPr>
            <a:lvl9pPr marL="4114800" marR="0" lvl="8" indent="-400050" algn="ctr" rtl="0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eko Medium"/>
              <a:buChar char="•"/>
              <a:defRPr sz="2700" b="0" i="0" u="none" strike="noStrike" cap="none">
                <a:solidFill>
                  <a:schemeClr val="dk1"/>
                </a:solidFill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pPr marL="0" indent="0">
              <a:lnSpc>
                <a:spcPct val="100000"/>
              </a:lnSpc>
            </a:pPr>
            <a:r>
              <a:rPr lang="en-US" dirty="0"/>
              <a:t>6</a:t>
            </a:r>
          </a:p>
        </p:txBody>
      </p:sp>
      <p:sp>
        <p:nvSpPr>
          <p:cNvPr id="15" name="Google Shape;128;p21">
            <a:extLst>
              <a:ext uri="{FF2B5EF4-FFF2-40B4-BE49-F238E27FC236}">
                <a16:creationId xmlns:a16="http://schemas.microsoft.com/office/drawing/2014/main" id="{078D9A23-B477-450C-AF13-6EF67F68513B}"/>
              </a:ext>
            </a:extLst>
          </p:cNvPr>
          <p:cNvSpPr txBox="1">
            <a:spLocks/>
          </p:cNvSpPr>
          <p:nvPr/>
        </p:nvSpPr>
        <p:spPr>
          <a:xfrm>
            <a:off x="951200" y="3798170"/>
            <a:ext cx="3476100" cy="3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None/>
              <a:defRPr sz="16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None/>
              <a:defRPr sz="16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None/>
              <a:defRPr sz="16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None/>
              <a:defRPr sz="16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None/>
              <a:defRPr sz="16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None/>
              <a:defRPr sz="16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None/>
              <a:defRPr sz="16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None/>
              <a:defRPr sz="16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ource Sans 3"/>
              <a:buNone/>
              <a:defRPr sz="16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marL="0" indent="0"/>
            <a:r>
              <a:rPr lang="en-US" dirty="0"/>
              <a:t>Conclusion &amp; Future Work </a:t>
            </a:r>
          </a:p>
        </p:txBody>
      </p:sp>
    </p:spTree>
    <p:extLst>
      <p:ext uri="{BB962C8B-B14F-4D97-AF65-F5344CB8AC3E}">
        <p14:creationId xmlns:p14="http://schemas.microsoft.com/office/powerpoint/2010/main" val="980266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24" name="Google Shape;224;p31"/>
          <p:cNvSpPr txBox="1">
            <a:spLocks noGrp="1"/>
          </p:cNvSpPr>
          <p:nvPr>
            <p:ph type="title"/>
          </p:nvPr>
        </p:nvSpPr>
        <p:spPr>
          <a:xfrm>
            <a:off x="457200" y="1522413"/>
            <a:ext cx="8229600" cy="174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Source Sans 3" panose="020B0604020202020204" charset="0"/>
              </a:rPr>
              <a:t>Introduction</a:t>
            </a:r>
            <a:endParaRPr dirty="0">
              <a:latin typeface="Source Sans 3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910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>
            <a:spLocks noGrp="1"/>
          </p:cNvSpPr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Source Sans 3"/>
              </a:rPr>
              <a:t>Motivation</a:t>
            </a:r>
            <a:endParaRPr dirty="0">
              <a:latin typeface="Source Sans 3" panose="020B0604020202020204" charset="0"/>
            </a:endParaRPr>
          </a:p>
        </p:txBody>
      </p:sp>
      <p:sp>
        <p:nvSpPr>
          <p:cNvPr id="142" name="Google Shape;142;p23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body" idx="1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 fontScale="85000" lnSpcReduction="20000"/>
          </a:bodyPr>
          <a:lstStyle/>
          <a:p>
            <a:pPr marL="127000" indent="0">
              <a:buNone/>
            </a:pPr>
            <a:r>
              <a:rPr lang="en-US" b="1"/>
              <a:t>Why Force Sensing Matters</a:t>
            </a:r>
            <a:endParaRPr lang="en-US" dirty="0"/>
          </a:p>
          <a:p>
            <a:r>
              <a:rPr lang="en-US"/>
              <a:t>Haptic feedback reduces </a:t>
            </a:r>
            <a:r>
              <a:rPr lang="en-US" i="1"/>
              <a:t>unintended tissue damage</a:t>
            </a:r>
            <a:r>
              <a:rPr lang="en-US"/>
              <a:t> and enables precise manipulation, grasping, compliance, and autonomy¹⁻⁴</a:t>
            </a:r>
          </a:p>
          <a:p>
            <a:pPr marL="127000" indent="0">
              <a:buNone/>
            </a:pPr>
            <a:r>
              <a:rPr lang="en-US" b="1"/>
              <a:t>Why Whole-Body Sensing is Needed</a:t>
            </a:r>
            <a:endParaRPr lang="en-US"/>
          </a:p>
          <a:p>
            <a:r>
              <a:rPr lang="en-US"/>
              <a:t>Surgeons must distinguish </a:t>
            </a:r>
            <a:r>
              <a:rPr lang="en-US" b="1"/>
              <a:t>tip forces</a:t>
            </a:r>
            <a:r>
              <a:rPr lang="en-US"/>
              <a:t> from </a:t>
            </a:r>
            <a:r>
              <a:rPr lang="en-US" i="1"/>
              <a:t>unintended body contacts</a:t>
            </a:r>
            <a:r>
              <a:rPr lang="en-US"/>
              <a:t> along the shaft</a:t>
            </a:r>
          </a:p>
          <a:p>
            <a:r>
              <a:rPr lang="en-US" dirty="0"/>
              <a:t>Force </a:t>
            </a:r>
            <a:r>
              <a:rPr lang="en-US" b="1" dirty="0"/>
              <a:t>direction</a:t>
            </a:r>
            <a:r>
              <a:rPr lang="en-US" dirty="0"/>
              <a:t> identifies constraint type (</a:t>
            </a:r>
            <a:r>
              <a:rPr lang="en-US" i="1" dirty="0"/>
              <a:t>sliding vs. catching</a:t>
            </a:r>
            <a:r>
              <a:rPr lang="en-US" dirty="0"/>
              <a:t>)⁵</a:t>
            </a:r>
          </a:p>
          <a:p>
            <a:pPr marL="127000" indent="0">
              <a:buNone/>
            </a:pPr>
            <a:r>
              <a:rPr lang="en-US" b="1"/>
              <a:t>The Core Challenge</a:t>
            </a:r>
            <a:endParaRPr lang="en-US"/>
          </a:p>
          <a:p>
            <a:r>
              <a:rPr lang="en-US" b="1"/>
              <a:t>Multi-point spatial force localization</a:t>
            </a:r>
            <a:r>
              <a:rPr lang="en-US"/>
              <a:t> is </a:t>
            </a:r>
            <a:r>
              <a:rPr lang="en-US" i="1"/>
              <a:t>essential</a:t>
            </a:r>
            <a:r>
              <a:rPr lang="en-US"/>
              <a:t> yet </a:t>
            </a:r>
            <a:r>
              <a:rPr lang="en-US" i="1"/>
              <a:t>difficult</a:t>
            </a:r>
            <a:r>
              <a:rPr lang="en-US"/>
              <a:t> in small continuum robots⁶</a:t>
            </a:r>
          </a:p>
          <a:p>
            <a:pPr marL="127000" indent="0">
              <a:buNone/>
            </a:pPr>
            <a:r>
              <a:rPr lang="en-US" b="1"/>
              <a:t>Why Not Direct Sensors?</a:t>
            </a:r>
            <a:endParaRPr lang="en-US"/>
          </a:p>
          <a:p>
            <a:r>
              <a:rPr lang="en-US"/>
              <a:t>Hard to integrate, difficult to sterilize, limited to </a:t>
            </a:r>
            <a:r>
              <a:rPr lang="en-US" b="1"/>
              <a:t>discrete points</a:t>
            </a:r>
            <a:r>
              <a:rPr lang="en-US"/>
              <a:t>⁷⁸</a:t>
            </a:r>
          </a:p>
          <a:p>
            <a:pPr marL="285750" indent="-285750">
              <a:spcBef>
                <a:spcPts val="1300"/>
              </a:spcBef>
            </a:pPr>
            <a:endParaRPr lang="en-US" b="1" dirty="0"/>
          </a:p>
          <a:p>
            <a:pPr marL="685800" lvl="1">
              <a:spcBef>
                <a:spcPts val="1300"/>
              </a:spcBef>
            </a:pPr>
            <a:endParaRPr lang="en-US" b="1" dirty="0"/>
          </a:p>
          <a:p>
            <a:pPr marL="0" indent="0">
              <a:spcBef>
                <a:spcPts val="1300"/>
              </a:spcBef>
              <a:buNone/>
            </a:pPr>
            <a:endParaRPr lang="en-US" b="1" dirty="0"/>
          </a:p>
          <a:p>
            <a:pPr marL="228600" indent="-238125">
              <a:spcBef>
                <a:spcPts val="13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548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>
          <a:extLst>
            <a:ext uri="{FF2B5EF4-FFF2-40B4-BE49-F238E27FC236}">
              <a16:creationId xmlns:a16="http://schemas.microsoft.com/office/drawing/2014/main" id="{E1688B38-50D9-252D-D643-670729A95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>
            <a:extLst>
              <a:ext uri="{FF2B5EF4-FFF2-40B4-BE49-F238E27FC236}">
                <a16:creationId xmlns:a16="http://schemas.microsoft.com/office/drawing/2014/main" id="{03BAFD44-0500-6209-D227-042B2221FE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r>
              <a:rPr lang="en-US" sz="3100">
                <a:latin typeface="Source Sans 3"/>
              </a:rPr>
              <a:t>Limitations of Current Approaches</a:t>
            </a:r>
            <a:endParaRPr lang="en-US" sz="3100" b="0">
              <a:solidFill>
                <a:srgbClr val="000000"/>
              </a:solidFill>
              <a:latin typeface="Source Sans 3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Source Sans 3" panose="020B0604020202020204" charset="0"/>
            </a:endParaRPr>
          </a:p>
        </p:txBody>
      </p:sp>
      <p:sp>
        <p:nvSpPr>
          <p:cNvPr id="142" name="Google Shape;142;p23">
            <a:extLst>
              <a:ext uri="{FF2B5EF4-FFF2-40B4-BE49-F238E27FC236}">
                <a16:creationId xmlns:a16="http://schemas.microsoft.com/office/drawing/2014/main" id="{82F5C0CE-3C4C-2EC7-E119-BD884BD6E1F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43" name="Google Shape;143;p23">
            <a:extLst>
              <a:ext uri="{FF2B5EF4-FFF2-40B4-BE49-F238E27FC236}">
                <a16:creationId xmlns:a16="http://schemas.microsoft.com/office/drawing/2014/main" id="{5593A50F-E3E4-62F1-C7A5-1365CD70A7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89290"/>
            <a:ext cx="4474029" cy="3139885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>
              <a:buNone/>
            </a:pPr>
            <a:r>
              <a:rPr lang="en-US" sz="1400" b="1"/>
              <a:t>Shape/Curvature-Based Sensing (e.g., FBGs, Vision)</a:t>
            </a:r>
            <a:endParaRPr lang="en-US" sz="1400" dirty="0"/>
          </a:p>
          <a:p>
            <a:pPr marL="285750" indent="-285750"/>
            <a:r>
              <a:rPr lang="en-US" sz="1400" dirty="0"/>
              <a:t>Infers forces from backbone deformation using robot models (e.g., </a:t>
            </a:r>
            <a:r>
              <a:rPr lang="en-US" sz="1400" i="1" dirty="0" err="1"/>
              <a:t>Cosserat</a:t>
            </a:r>
            <a:r>
              <a:rPr lang="en-US" sz="1400" i="1" dirty="0"/>
              <a:t> rod theory</a:t>
            </a:r>
            <a:r>
              <a:rPr lang="en-US" sz="1400" dirty="0"/>
              <a:t>)¹</a:t>
            </a:r>
          </a:p>
          <a:p>
            <a:pPr marL="285750" indent="-285750"/>
            <a:r>
              <a:rPr lang="en-US" sz="1400" dirty="0"/>
              <a:t>FBGs can localize up to </a:t>
            </a:r>
            <a:r>
              <a:rPr lang="en-US" sz="1400" i="1" dirty="0"/>
              <a:t>three</a:t>
            </a:r>
            <a:r>
              <a:rPr lang="en-US" sz="1400" dirty="0"/>
              <a:t> point forces — but the inverse problem is </a:t>
            </a:r>
            <a:r>
              <a:rPr lang="en-US" sz="1400" b="1" dirty="0"/>
              <a:t>fundamentally ill-conditioned</a:t>
            </a:r>
            <a:r>
              <a:rPr lang="en-US" sz="1400" dirty="0"/>
              <a:t>²</a:t>
            </a:r>
          </a:p>
          <a:p>
            <a:pPr marL="285750" indent="-285750"/>
            <a:r>
              <a:rPr lang="en-US" sz="1400"/>
              <a:t>Vision-based tracking is more affordable but requires </a:t>
            </a:r>
            <a:r>
              <a:rPr lang="en-US" sz="1400" b="1"/>
              <a:t>direct line-of-sight</a:t>
            </a:r>
            <a:r>
              <a:rPr lang="en-US" sz="1400"/>
              <a:t> — </a:t>
            </a:r>
            <a:r>
              <a:rPr lang="en-US" sz="1400" i="1"/>
              <a:t>impractical</a:t>
            </a:r>
            <a:r>
              <a:rPr lang="en-US" sz="1400"/>
              <a:t> in confined surgical environments³⁻⁵</a:t>
            </a:r>
            <a:endParaRPr lang="en-US" sz="1400" dirty="0"/>
          </a:p>
          <a:p>
            <a:pPr marL="127000" indent="0">
              <a:buNone/>
            </a:pPr>
            <a:endParaRPr lang="en-US" sz="1400" b="1" dirty="0"/>
          </a:p>
          <a:p>
            <a:pPr marL="285750" indent="-285750">
              <a:spcBef>
                <a:spcPts val="1300"/>
              </a:spcBef>
            </a:pPr>
            <a:endParaRPr lang="en-US" sz="1400" b="1" dirty="0"/>
          </a:p>
          <a:p>
            <a:pPr marL="685800" lvl="1">
              <a:spcBef>
                <a:spcPts val="1300"/>
              </a:spcBef>
            </a:pPr>
            <a:endParaRPr lang="en-US" sz="1400" b="1" dirty="0"/>
          </a:p>
          <a:p>
            <a:pPr marL="0" indent="0">
              <a:spcBef>
                <a:spcPts val="1300"/>
              </a:spcBef>
              <a:buNone/>
            </a:pPr>
            <a:endParaRPr lang="en-US" sz="1400" b="1" dirty="0"/>
          </a:p>
          <a:p>
            <a:pPr marL="228600" indent="-238125">
              <a:spcBef>
                <a:spcPts val="1300"/>
              </a:spcBef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08804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>
            <a:spLocks noGrp="1"/>
          </p:cNvSpPr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Source Sans 3" panose="020B0604020202020204" charset="0"/>
              </a:rPr>
              <a:t>Limitations of Current Approaches</a:t>
            </a:r>
            <a:endParaRPr dirty="0">
              <a:latin typeface="Source Sans 3" panose="020B0604020202020204" charset="0"/>
            </a:endParaRPr>
          </a:p>
        </p:txBody>
      </p:sp>
      <p:sp>
        <p:nvSpPr>
          <p:cNvPr id="142" name="Google Shape;142;p23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9169274-2477-0D44-6287-EFCF53E35EC1}"/>
              </a:ext>
            </a:extLst>
          </p:cNvPr>
          <p:cNvSpPr/>
          <p:nvPr/>
        </p:nvSpPr>
        <p:spPr>
          <a:xfrm>
            <a:off x="181697" y="1060193"/>
            <a:ext cx="4955350" cy="349215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4440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>
          <a:extLst>
            <a:ext uri="{FF2B5EF4-FFF2-40B4-BE49-F238E27FC236}">
              <a16:creationId xmlns:a16="http://schemas.microsoft.com/office/drawing/2014/main" id="{B38E6E69-9727-3136-4278-6E07D2B33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>
            <a:extLst>
              <a:ext uri="{FF2B5EF4-FFF2-40B4-BE49-F238E27FC236}">
                <a16:creationId xmlns:a16="http://schemas.microsoft.com/office/drawing/2014/main" id="{E3BD2238-D7BF-4B40-1DC2-2F286B762F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Source Sans 3" panose="020B0604020202020204" charset="0"/>
              </a:rPr>
              <a:t>Limitations of Current Approaches</a:t>
            </a:r>
            <a:endParaRPr dirty="0">
              <a:latin typeface="Source Sans 3" panose="020B0604020202020204" charset="0"/>
            </a:endParaRPr>
          </a:p>
        </p:txBody>
      </p:sp>
      <p:sp>
        <p:nvSpPr>
          <p:cNvPr id="142" name="Google Shape;142;p23">
            <a:extLst>
              <a:ext uri="{FF2B5EF4-FFF2-40B4-BE49-F238E27FC236}">
                <a16:creationId xmlns:a16="http://schemas.microsoft.com/office/drawing/2014/main" id="{CF88C59E-1EAB-6B5E-7574-058743FFF6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7E84C59-177E-5C9C-85F1-19BC4BA5A795}"/>
              </a:ext>
            </a:extLst>
          </p:cNvPr>
          <p:cNvSpPr/>
          <p:nvPr/>
        </p:nvSpPr>
        <p:spPr>
          <a:xfrm>
            <a:off x="181697" y="1060193"/>
            <a:ext cx="4955350" cy="349215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2657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>
            <a:spLocks noGrp="1"/>
          </p:cNvSpPr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Source Sans 3" panose="020B0604020202020204" charset="0"/>
              </a:rPr>
              <a:t>Bio-Inspiration</a:t>
            </a:r>
            <a:endParaRPr dirty="0">
              <a:latin typeface="Source Sans 3" panose="020B0604020202020204" charset="0"/>
            </a:endParaRPr>
          </a:p>
        </p:txBody>
      </p:sp>
      <p:sp>
        <p:nvSpPr>
          <p:cNvPr id="142" name="Google Shape;142;p23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body" idx="1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1300"/>
              </a:spcBef>
              <a:spcAft>
                <a:spcPts val="0"/>
              </a:spcAft>
              <a:buNone/>
            </a:pPr>
            <a:r>
              <a:rPr lang="en-US" dirty="0"/>
              <a:t>This template was built for general use using the UC San Diego logo. For units wanting to use their unit-specific sub-brand logo, follow the steps and tips below.</a:t>
            </a:r>
            <a:endParaRPr dirty="0"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 b="1" dirty="0"/>
              <a:t>PNG files</a:t>
            </a:r>
            <a:r>
              <a:rPr lang="en-US" dirty="0"/>
              <a:t> work best, as they have a transparent background. </a:t>
            </a:r>
            <a:endParaRPr dirty="0"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 dirty="0"/>
              <a:t>To update the logo on one of the cover designs, select the logo image and click </a:t>
            </a:r>
            <a:r>
              <a:rPr lang="en-US" b="1" dirty="0"/>
              <a:t>Replace Image</a:t>
            </a:r>
            <a:r>
              <a:rPr lang="en-US" dirty="0"/>
              <a:t> from the toolbar (or right click and choose Replace Image). To adjust the crop to fit the logo, click the </a:t>
            </a:r>
            <a:r>
              <a:rPr lang="en-US" b="1" dirty="0"/>
              <a:t>Reset Image</a:t>
            </a:r>
            <a:r>
              <a:rPr lang="en-US" dirty="0"/>
              <a:t> button (or right click the image and choose Reset Image).</a:t>
            </a:r>
            <a:endParaRPr dirty="0"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 dirty="0"/>
              <a:t>Content slides, like this one, can be tight on space, making it harder to fit unit sub-brand logos legibly. We recommend keeping the main UC San Diego logo on these slides. If you need to update the page header logo, click on </a:t>
            </a:r>
            <a:r>
              <a:rPr lang="en-US" b="1" dirty="0"/>
              <a:t>View/Theme Builder</a:t>
            </a:r>
            <a:r>
              <a:rPr lang="en-US" dirty="0"/>
              <a:t> and select the theme slide. Follow the steps above for replacing the image.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8667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>
            <a:spLocks noGrp="1"/>
          </p:cNvSpPr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Source Sans 3" panose="020B0604020202020204" charset="0"/>
              </a:rPr>
              <a:t>Contributions</a:t>
            </a:r>
            <a:endParaRPr dirty="0">
              <a:latin typeface="Source Sans 3" panose="020B0604020202020204" charset="0"/>
            </a:endParaRPr>
          </a:p>
        </p:txBody>
      </p:sp>
      <p:sp>
        <p:nvSpPr>
          <p:cNvPr id="142" name="Google Shape;142;p23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body" idx="1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1300"/>
              </a:spcBef>
              <a:spcAft>
                <a:spcPts val="0"/>
              </a:spcAft>
              <a:buNone/>
            </a:pPr>
            <a:r>
              <a:rPr lang="en-US" dirty="0"/>
              <a:t>This template was built for general use using the UC San Diego logo. For units wanting to use their unit-specific sub-brand logo, follow the steps and tips below.</a:t>
            </a:r>
            <a:endParaRPr dirty="0"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 b="1" dirty="0"/>
              <a:t>PNG files</a:t>
            </a:r>
            <a:r>
              <a:rPr lang="en-US" dirty="0"/>
              <a:t> work best, as they have a transparent background. </a:t>
            </a:r>
            <a:endParaRPr dirty="0"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 dirty="0"/>
              <a:t>To update the logo on one of the cover designs, select the logo image and click </a:t>
            </a:r>
            <a:r>
              <a:rPr lang="en-US" b="1" dirty="0"/>
              <a:t>Replace Image</a:t>
            </a:r>
            <a:r>
              <a:rPr lang="en-US" dirty="0"/>
              <a:t> from the toolbar (or right click and choose Replace Image). To adjust the crop to fit the logo, click the </a:t>
            </a:r>
            <a:r>
              <a:rPr lang="en-US" b="1" dirty="0"/>
              <a:t>Reset Image</a:t>
            </a:r>
            <a:r>
              <a:rPr lang="en-US" dirty="0"/>
              <a:t> button (or right click the image and choose Reset Image).</a:t>
            </a:r>
            <a:endParaRPr dirty="0"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 dirty="0"/>
              <a:t>Content slides, like this one, can be tight on space, making it harder to fit unit sub-brand logos legibly. We recommend keeping the main UC San Diego logo on these slides. If you need to update the page header logo, click on </a:t>
            </a:r>
            <a:r>
              <a:rPr lang="en-US" b="1" dirty="0"/>
              <a:t>View/Theme Builder</a:t>
            </a:r>
            <a:r>
              <a:rPr lang="en-US" dirty="0"/>
              <a:t> and select the theme slide. Follow the steps above for replacing the image.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82818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24" name="Google Shape;224;p31"/>
          <p:cNvSpPr txBox="1">
            <a:spLocks noGrp="1"/>
          </p:cNvSpPr>
          <p:nvPr>
            <p:ph type="title"/>
          </p:nvPr>
        </p:nvSpPr>
        <p:spPr>
          <a:xfrm>
            <a:off x="457200" y="1522413"/>
            <a:ext cx="8229600" cy="174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Source Sans 3" panose="020B0604020202020204" charset="0"/>
              </a:rPr>
              <a:t>Force Estimation Model</a:t>
            </a:r>
            <a:endParaRPr dirty="0">
              <a:latin typeface="Source Sans 3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731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>
            <a:spLocks noGrp="1"/>
          </p:cNvSpPr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Source Sans 3" panose="020B0604020202020204" charset="0"/>
              </a:rPr>
              <a:t>Modeling Framework</a:t>
            </a:r>
            <a:endParaRPr dirty="0">
              <a:latin typeface="Source Sans 3" panose="020B0604020202020204" charset="0"/>
            </a:endParaRPr>
          </a:p>
        </p:txBody>
      </p:sp>
      <p:sp>
        <p:nvSpPr>
          <p:cNvPr id="142" name="Google Shape;142;p23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body" idx="1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1300"/>
              </a:spcBef>
              <a:spcAft>
                <a:spcPts val="0"/>
              </a:spcAft>
              <a:buNone/>
            </a:pPr>
            <a:r>
              <a:rPr lang="en-US" dirty="0"/>
              <a:t>This template was built for general use using the UC San Diego logo. For units wanting to use their unit-specific sub-brand logo, follow the steps and tips below.</a:t>
            </a:r>
            <a:endParaRPr dirty="0"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 b="1" dirty="0"/>
              <a:t>PNG files</a:t>
            </a:r>
            <a:r>
              <a:rPr lang="en-US" dirty="0"/>
              <a:t> work best, as they have a transparent background. </a:t>
            </a:r>
            <a:endParaRPr dirty="0"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 dirty="0"/>
              <a:t>To update the logo on one of the cover designs, select the logo image and click </a:t>
            </a:r>
            <a:r>
              <a:rPr lang="en-US" b="1" dirty="0"/>
              <a:t>Replace Image</a:t>
            </a:r>
            <a:r>
              <a:rPr lang="en-US" dirty="0"/>
              <a:t> from the toolbar (or right click and choose Replace Image). To adjust the crop to fit the logo, click the </a:t>
            </a:r>
            <a:r>
              <a:rPr lang="en-US" b="1" dirty="0"/>
              <a:t>Reset Image</a:t>
            </a:r>
            <a:r>
              <a:rPr lang="en-US" dirty="0"/>
              <a:t> button (or right click the image and choose Reset Image).</a:t>
            </a:r>
            <a:endParaRPr dirty="0"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 dirty="0"/>
              <a:t>Content slides, like this one, can be tight on space, making it harder to fit unit sub-brand logos legibly. We recommend keeping the main UC San Diego logo on these slides. If you need to update the page header logo, click on </a:t>
            </a:r>
            <a:r>
              <a:rPr lang="en-US" b="1" dirty="0"/>
              <a:t>View/Theme Builder</a:t>
            </a:r>
            <a:r>
              <a:rPr lang="en-US" dirty="0"/>
              <a:t> and select the theme slide. Follow the steps above for replacing the image.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068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>
            <a:spLocks noGrp="1"/>
          </p:cNvSpPr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Source Sans 3" panose="020B0604020202020204" charset="0"/>
              </a:rPr>
              <a:t>Model Configuration</a:t>
            </a:r>
            <a:endParaRPr dirty="0">
              <a:latin typeface="Source Sans 3" panose="020B0604020202020204" charset="0"/>
            </a:endParaRPr>
          </a:p>
        </p:txBody>
      </p:sp>
      <p:sp>
        <p:nvSpPr>
          <p:cNvPr id="142" name="Google Shape;142;p23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body" idx="1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1300"/>
              </a:spcBef>
              <a:spcAft>
                <a:spcPts val="0"/>
              </a:spcAft>
              <a:buNone/>
            </a:pPr>
            <a:r>
              <a:rPr lang="en-US" dirty="0"/>
              <a:t>This template was built for general use using the UC San Diego logo. For units wanting to use their unit-specific sub-brand logo, follow the steps and tips below.</a:t>
            </a:r>
            <a:endParaRPr dirty="0"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 b="1" dirty="0"/>
              <a:t>PNG files</a:t>
            </a:r>
            <a:r>
              <a:rPr lang="en-US" dirty="0"/>
              <a:t> work best, as they have a transparent background. </a:t>
            </a:r>
            <a:endParaRPr dirty="0"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 dirty="0"/>
              <a:t>To update the logo on one of the cover designs, select the logo image and click </a:t>
            </a:r>
            <a:r>
              <a:rPr lang="en-US" b="1" dirty="0"/>
              <a:t>Replace Image</a:t>
            </a:r>
            <a:r>
              <a:rPr lang="en-US" dirty="0"/>
              <a:t> from the toolbar (or right click and choose Replace Image). To adjust the crop to fit the logo, click the </a:t>
            </a:r>
            <a:r>
              <a:rPr lang="en-US" b="1" dirty="0"/>
              <a:t>Reset Image</a:t>
            </a:r>
            <a:r>
              <a:rPr lang="en-US" dirty="0"/>
              <a:t> button (or right click the image and choose Reset Image).</a:t>
            </a:r>
            <a:endParaRPr dirty="0"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 dirty="0"/>
              <a:t>Content slides, like this one, can be tight on space, making it harder to fit unit sub-brand logos legibly. We recommend keeping the main UC San Diego logo on these slides. If you need to update the page header logo, click on </a:t>
            </a:r>
            <a:r>
              <a:rPr lang="en-US" b="1" dirty="0"/>
              <a:t>View/Theme Builder</a:t>
            </a:r>
            <a:r>
              <a:rPr lang="en-US" dirty="0"/>
              <a:t> and select the theme slide. Follow the steps above for replacing the image.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5693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>
            <a:spLocks noGrp="1"/>
          </p:cNvSpPr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Source Sans 3" panose="020B0604020202020204" charset="0"/>
              </a:rPr>
              <a:t>The Forward Model</a:t>
            </a:r>
            <a:endParaRPr dirty="0">
              <a:latin typeface="Source Sans 3" panose="020B0604020202020204" charset="0"/>
            </a:endParaRPr>
          </a:p>
        </p:txBody>
      </p:sp>
      <p:sp>
        <p:nvSpPr>
          <p:cNvPr id="142" name="Google Shape;142;p23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body" idx="1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1300"/>
              </a:spcBef>
              <a:spcAft>
                <a:spcPts val="0"/>
              </a:spcAft>
              <a:buNone/>
            </a:pPr>
            <a:r>
              <a:rPr lang="en-US" dirty="0"/>
              <a:t>This template was built for general use using the UC San Diego logo. For units wanting to use their unit-specific sub-brand logo, follow the steps and tips below.</a:t>
            </a:r>
            <a:endParaRPr dirty="0"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 b="1" dirty="0"/>
              <a:t>PNG files</a:t>
            </a:r>
            <a:r>
              <a:rPr lang="en-US" dirty="0"/>
              <a:t> work best, as they have a transparent background. </a:t>
            </a:r>
            <a:endParaRPr dirty="0"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 dirty="0"/>
              <a:t>To update the logo on one of the cover designs, select the logo image and click </a:t>
            </a:r>
            <a:r>
              <a:rPr lang="en-US" b="1" dirty="0"/>
              <a:t>Replace Image</a:t>
            </a:r>
            <a:r>
              <a:rPr lang="en-US" dirty="0"/>
              <a:t> from the toolbar (or right click and choose Replace Image). To adjust the crop to fit the logo, click the </a:t>
            </a:r>
            <a:r>
              <a:rPr lang="en-US" b="1" dirty="0"/>
              <a:t>Reset Image</a:t>
            </a:r>
            <a:r>
              <a:rPr lang="en-US" dirty="0"/>
              <a:t> button (or right click the image and choose Reset Image).</a:t>
            </a:r>
            <a:endParaRPr dirty="0"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 dirty="0"/>
              <a:t>Content slides, like this one, can be tight on space, making it harder to fit unit sub-brand logos legibly. We recommend keeping the main UC San Diego logo on these slides. If you need to update the page header logo, click on </a:t>
            </a:r>
            <a:r>
              <a:rPr lang="en-US" b="1" dirty="0"/>
              <a:t>View/Theme Builder</a:t>
            </a:r>
            <a:r>
              <a:rPr lang="en-US" dirty="0"/>
              <a:t> and select the theme slide. Follow the steps above for replacing the image.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6742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>
            <a:spLocks noGrp="1"/>
          </p:cNvSpPr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Source Sans 3" panose="020B0604020202020204" charset="0"/>
              </a:rPr>
              <a:t>The Inverse Model</a:t>
            </a:r>
            <a:endParaRPr dirty="0">
              <a:latin typeface="Source Sans 3" panose="020B0604020202020204" charset="0"/>
            </a:endParaRPr>
          </a:p>
        </p:txBody>
      </p:sp>
      <p:sp>
        <p:nvSpPr>
          <p:cNvPr id="142" name="Google Shape;142;p23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body" idx="1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1300"/>
              </a:spcBef>
              <a:spcAft>
                <a:spcPts val="0"/>
              </a:spcAft>
              <a:buNone/>
            </a:pPr>
            <a:r>
              <a:rPr lang="en-US" dirty="0"/>
              <a:t>This template was built for general use using the UC San Diego logo. For units wanting to use their unit-specific sub-brand logo, follow the steps and tips below.</a:t>
            </a:r>
            <a:endParaRPr dirty="0"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 b="1" dirty="0"/>
              <a:t>PNG files</a:t>
            </a:r>
            <a:r>
              <a:rPr lang="en-US" dirty="0"/>
              <a:t> work best, as they have a transparent background. </a:t>
            </a:r>
            <a:endParaRPr dirty="0"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 dirty="0"/>
              <a:t>To update the logo on one of the cover designs, select the logo image and click </a:t>
            </a:r>
            <a:r>
              <a:rPr lang="en-US" b="1" dirty="0"/>
              <a:t>Replace Image</a:t>
            </a:r>
            <a:r>
              <a:rPr lang="en-US" dirty="0"/>
              <a:t> from the toolbar (or right click and choose Replace Image). To adjust the crop to fit the logo, click the </a:t>
            </a:r>
            <a:r>
              <a:rPr lang="en-US" b="1" dirty="0"/>
              <a:t>Reset Image</a:t>
            </a:r>
            <a:r>
              <a:rPr lang="en-US" dirty="0"/>
              <a:t> button (or right click the image and choose Reset Image).</a:t>
            </a:r>
            <a:endParaRPr dirty="0"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 dirty="0"/>
              <a:t>Content slides, like this one, can be tight on space, making it harder to fit unit sub-brand logos legibly. We recommend keeping the main UC San Diego logo on these slides. If you need to update the page header logo, click on </a:t>
            </a:r>
            <a:r>
              <a:rPr lang="en-US" b="1" dirty="0"/>
              <a:t>View/Theme Builder</a:t>
            </a:r>
            <a:r>
              <a:rPr lang="en-US" dirty="0"/>
              <a:t> and select the theme slide. Follow the steps above for replacing the image.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76500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24" name="Google Shape;224;p31"/>
          <p:cNvSpPr txBox="1">
            <a:spLocks noGrp="1"/>
          </p:cNvSpPr>
          <p:nvPr>
            <p:ph type="title"/>
          </p:nvPr>
        </p:nvSpPr>
        <p:spPr>
          <a:xfrm>
            <a:off x="457200" y="1522413"/>
            <a:ext cx="8229600" cy="174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Source Sans 3" panose="020B0604020202020204" charset="0"/>
              </a:rPr>
              <a:t>Design Optimization</a:t>
            </a:r>
            <a:endParaRPr dirty="0">
              <a:latin typeface="Source Sans 3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585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>
            <a:spLocks noGrp="1"/>
          </p:cNvSpPr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Source Sans 3" panose="020B0604020202020204" charset="0"/>
              </a:rPr>
              <a:t>The Ill-Conditioned Cylindrical Backbone</a:t>
            </a:r>
            <a:endParaRPr dirty="0">
              <a:latin typeface="Source Sans 3" panose="020B0604020202020204" charset="0"/>
            </a:endParaRPr>
          </a:p>
        </p:txBody>
      </p:sp>
      <p:sp>
        <p:nvSpPr>
          <p:cNvPr id="142" name="Google Shape;142;p23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body" idx="1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1300"/>
              </a:spcBef>
              <a:spcAft>
                <a:spcPts val="0"/>
              </a:spcAft>
              <a:buNone/>
            </a:pPr>
            <a:r>
              <a:rPr lang="en-US" dirty="0"/>
              <a:t>This template was built for general use using the UC San Diego logo. For units wanting to use their unit-specific sub-brand logo, follow the steps and tips below.</a:t>
            </a:r>
            <a:endParaRPr dirty="0"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 b="1" dirty="0"/>
              <a:t>PNG files</a:t>
            </a:r>
            <a:r>
              <a:rPr lang="en-US" dirty="0"/>
              <a:t> work best, as they have a transparent background. </a:t>
            </a:r>
            <a:endParaRPr dirty="0"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 dirty="0"/>
              <a:t>To update the logo on one of the cover designs, select the logo image and click </a:t>
            </a:r>
            <a:r>
              <a:rPr lang="en-US" b="1" dirty="0"/>
              <a:t>Replace Image</a:t>
            </a:r>
            <a:r>
              <a:rPr lang="en-US" dirty="0"/>
              <a:t> from the toolbar (or right click and choose Replace Image). To adjust the crop to fit the logo, click the </a:t>
            </a:r>
            <a:r>
              <a:rPr lang="en-US" b="1" dirty="0"/>
              <a:t>Reset Image</a:t>
            </a:r>
            <a:r>
              <a:rPr lang="en-US" dirty="0"/>
              <a:t> button (or right click the image and choose Reset Image).</a:t>
            </a:r>
            <a:endParaRPr dirty="0"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 dirty="0"/>
              <a:t>Content slides, like this one, can be tight on space, making it harder to fit unit sub-brand logos legibly. We recommend keeping the main UC San Diego logo on these slides. If you need to update the page header logo, click on </a:t>
            </a:r>
            <a:r>
              <a:rPr lang="en-US" b="1" dirty="0"/>
              <a:t>View/Theme Builder</a:t>
            </a:r>
            <a:r>
              <a:rPr lang="en-US" dirty="0"/>
              <a:t> and select the theme slide. Follow the steps above for replacing the image.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8973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>
            <a:spLocks noGrp="1"/>
          </p:cNvSpPr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Source Sans 3" panose="020B0604020202020204" charset="0"/>
              </a:rPr>
              <a:t>Design Optimization Formulation</a:t>
            </a:r>
            <a:endParaRPr dirty="0">
              <a:latin typeface="Source Sans 3" panose="020B0604020202020204" charset="0"/>
            </a:endParaRPr>
          </a:p>
        </p:txBody>
      </p:sp>
      <p:sp>
        <p:nvSpPr>
          <p:cNvPr id="142" name="Google Shape;142;p23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body" idx="1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1300"/>
              </a:spcBef>
              <a:spcAft>
                <a:spcPts val="0"/>
              </a:spcAft>
              <a:buNone/>
            </a:pPr>
            <a:r>
              <a:rPr lang="en-US" dirty="0"/>
              <a:t>This template was built for general use using the UC San Diego logo. For units wanting to use their unit-specific sub-brand logo, follow the steps and tips below.</a:t>
            </a:r>
            <a:endParaRPr dirty="0"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 b="1" dirty="0"/>
              <a:t>PNG files</a:t>
            </a:r>
            <a:r>
              <a:rPr lang="en-US" dirty="0"/>
              <a:t> work best, as they have a transparent background. </a:t>
            </a:r>
            <a:endParaRPr dirty="0"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 dirty="0"/>
              <a:t>To update the logo on one of the cover designs, select the logo image and click </a:t>
            </a:r>
            <a:r>
              <a:rPr lang="en-US" b="1" dirty="0"/>
              <a:t>Replace Image</a:t>
            </a:r>
            <a:r>
              <a:rPr lang="en-US" dirty="0"/>
              <a:t> from the toolbar (or right click and choose Replace Image). To adjust the crop to fit the logo, click the </a:t>
            </a:r>
            <a:r>
              <a:rPr lang="en-US" b="1" dirty="0"/>
              <a:t>Reset Image</a:t>
            </a:r>
            <a:r>
              <a:rPr lang="en-US" dirty="0"/>
              <a:t> button (or right click the image and choose Reset Image).</a:t>
            </a:r>
            <a:endParaRPr dirty="0"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 dirty="0"/>
              <a:t>Content slides, like this one, can be tight on space, making it harder to fit unit sub-brand logos legibly. We recommend keeping the main UC San Diego logo on these slides. If you need to update the page header logo, click on </a:t>
            </a:r>
            <a:r>
              <a:rPr lang="en-US" b="1" dirty="0"/>
              <a:t>View/Theme Builder</a:t>
            </a:r>
            <a:r>
              <a:rPr lang="en-US" dirty="0"/>
              <a:t> and select the theme slide. Follow the steps above for replacing the image.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2021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24" name="Google Shape;224;p31"/>
          <p:cNvSpPr txBox="1">
            <a:spLocks noGrp="1"/>
          </p:cNvSpPr>
          <p:nvPr>
            <p:ph type="title"/>
          </p:nvPr>
        </p:nvSpPr>
        <p:spPr>
          <a:xfrm>
            <a:off x="457200" y="1522413"/>
            <a:ext cx="8229600" cy="174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Source Sans 3" panose="020B0604020202020204" charset="0"/>
              </a:rPr>
              <a:t>Fabrication</a:t>
            </a:r>
            <a:endParaRPr dirty="0">
              <a:latin typeface="Source Sans 3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70314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>
            <a:spLocks noGrp="1"/>
          </p:cNvSpPr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Source Sans 3" panose="020B0604020202020204" charset="0"/>
              </a:rPr>
              <a:t>Continuum Robot Fabrication</a:t>
            </a:r>
            <a:endParaRPr dirty="0">
              <a:latin typeface="Source Sans 3" panose="020B0604020202020204" charset="0"/>
            </a:endParaRPr>
          </a:p>
        </p:txBody>
      </p:sp>
      <p:sp>
        <p:nvSpPr>
          <p:cNvPr id="142" name="Google Shape;142;p23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body" idx="1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1300"/>
              </a:spcBef>
              <a:spcAft>
                <a:spcPts val="0"/>
              </a:spcAft>
              <a:buNone/>
            </a:pPr>
            <a:r>
              <a:rPr lang="en-US" dirty="0"/>
              <a:t>This template was built for general use using the UC San Diego logo. For units wanting to use their unit-specific sub-brand logo, follow the steps and tips below.</a:t>
            </a:r>
            <a:endParaRPr dirty="0"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 b="1" dirty="0"/>
              <a:t>PNG files</a:t>
            </a:r>
            <a:r>
              <a:rPr lang="en-US" dirty="0"/>
              <a:t> work best, as they have a transparent background. </a:t>
            </a:r>
            <a:endParaRPr dirty="0"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 dirty="0"/>
              <a:t>To update the logo on one of the cover designs, select the logo image and click </a:t>
            </a:r>
            <a:r>
              <a:rPr lang="en-US" b="1" dirty="0"/>
              <a:t>Replace Image</a:t>
            </a:r>
            <a:r>
              <a:rPr lang="en-US" dirty="0"/>
              <a:t> from the toolbar (or right click and choose Replace Image). To adjust the crop to fit the logo, click the </a:t>
            </a:r>
            <a:r>
              <a:rPr lang="en-US" b="1" dirty="0"/>
              <a:t>Reset Image</a:t>
            </a:r>
            <a:r>
              <a:rPr lang="en-US" dirty="0"/>
              <a:t> button (or right click the image and choose Reset Image).</a:t>
            </a:r>
            <a:endParaRPr dirty="0"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 dirty="0"/>
              <a:t>Content slides, like this one, can be tight on space, making it harder to fit unit sub-brand logos legibly. We recommend keeping the main UC San Diego logo on these slides. If you need to update the page header logo, click on </a:t>
            </a:r>
            <a:r>
              <a:rPr lang="en-US" b="1" dirty="0"/>
              <a:t>View/Theme Builder</a:t>
            </a:r>
            <a:r>
              <a:rPr lang="en-US" dirty="0"/>
              <a:t> and select the theme slide. Follow the steps above for replacing the image.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06372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>
            <a:spLocks noGrp="1"/>
          </p:cNvSpPr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Source Sans 3" panose="020B0604020202020204" charset="0"/>
              </a:rPr>
              <a:t>Testing Rig Fabrication</a:t>
            </a:r>
            <a:endParaRPr dirty="0">
              <a:latin typeface="Source Sans 3" panose="020B0604020202020204" charset="0"/>
            </a:endParaRPr>
          </a:p>
        </p:txBody>
      </p:sp>
      <p:sp>
        <p:nvSpPr>
          <p:cNvPr id="142" name="Google Shape;142;p23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body" idx="1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1300"/>
              </a:spcBef>
              <a:spcAft>
                <a:spcPts val="0"/>
              </a:spcAft>
              <a:buNone/>
            </a:pPr>
            <a:r>
              <a:rPr lang="en-US" dirty="0"/>
              <a:t>This template was built for general use using the UC San Diego logo. For units wanting to use their unit-specific sub-brand logo, follow the steps and tips below.</a:t>
            </a:r>
            <a:endParaRPr dirty="0"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 b="1" dirty="0"/>
              <a:t>PNG files</a:t>
            </a:r>
            <a:r>
              <a:rPr lang="en-US" dirty="0"/>
              <a:t> work best, as they have a transparent background. </a:t>
            </a:r>
            <a:endParaRPr dirty="0"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 dirty="0"/>
              <a:t>To update the logo on one of the cover designs, select the logo image and click </a:t>
            </a:r>
            <a:r>
              <a:rPr lang="en-US" b="1" dirty="0"/>
              <a:t>Replace Image</a:t>
            </a:r>
            <a:r>
              <a:rPr lang="en-US" dirty="0"/>
              <a:t> from the toolbar (or right click and choose Replace Image). To adjust the crop to fit the logo, click the </a:t>
            </a:r>
            <a:r>
              <a:rPr lang="en-US" b="1" dirty="0"/>
              <a:t>Reset Image</a:t>
            </a:r>
            <a:r>
              <a:rPr lang="en-US" dirty="0"/>
              <a:t> button (or right click the image and choose Reset Image).</a:t>
            </a:r>
            <a:endParaRPr dirty="0"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 dirty="0"/>
              <a:t>Content slides, like this one, can be tight on space, making it harder to fit unit sub-brand logos legibly. We recommend keeping the main UC San Diego logo on these slides. If you need to update the page header logo, click on </a:t>
            </a:r>
            <a:r>
              <a:rPr lang="en-US" b="1" dirty="0"/>
              <a:t>View/Theme Builder</a:t>
            </a:r>
            <a:r>
              <a:rPr lang="en-US" dirty="0"/>
              <a:t> and select the theme slide. Follow the steps above for replacing the image.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32813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>
            <a:spLocks noGrp="1"/>
          </p:cNvSpPr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Source Sans 3" panose="020B0604020202020204" charset="0"/>
              </a:rPr>
              <a:t>Electronics</a:t>
            </a:r>
            <a:endParaRPr dirty="0">
              <a:latin typeface="Source Sans 3" panose="020B0604020202020204" charset="0"/>
            </a:endParaRPr>
          </a:p>
        </p:txBody>
      </p:sp>
      <p:sp>
        <p:nvSpPr>
          <p:cNvPr id="142" name="Google Shape;142;p23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body" idx="1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1300"/>
              </a:spcBef>
              <a:spcAft>
                <a:spcPts val="0"/>
              </a:spcAft>
              <a:buNone/>
            </a:pPr>
            <a:r>
              <a:rPr lang="en-US" dirty="0"/>
              <a:t>This template was built for general use using the UC San Diego logo. For units wanting to use their unit-specific sub-brand logo, follow the steps and tips below.</a:t>
            </a:r>
            <a:endParaRPr dirty="0"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 b="1" dirty="0"/>
              <a:t>PNG files</a:t>
            </a:r>
            <a:r>
              <a:rPr lang="en-US" dirty="0"/>
              <a:t> work best, as they have a transparent background. </a:t>
            </a:r>
            <a:endParaRPr dirty="0"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 dirty="0"/>
              <a:t>To update the logo on one of the cover designs, select the logo image and click </a:t>
            </a:r>
            <a:r>
              <a:rPr lang="en-US" b="1" dirty="0"/>
              <a:t>Replace Image</a:t>
            </a:r>
            <a:r>
              <a:rPr lang="en-US" dirty="0"/>
              <a:t> from the toolbar (or right click and choose Replace Image). To adjust the crop to fit the logo, click the </a:t>
            </a:r>
            <a:r>
              <a:rPr lang="en-US" b="1" dirty="0"/>
              <a:t>Reset Image</a:t>
            </a:r>
            <a:r>
              <a:rPr lang="en-US" dirty="0"/>
              <a:t> button (or right click the image and choose Reset Image).</a:t>
            </a:r>
            <a:endParaRPr dirty="0"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 dirty="0"/>
              <a:t>Content slides, like this one, can be tight on space, making it harder to fit unit sub-brand logos legibly. We recommend keeping the main UC San Diego logo on these slides. If you need to update the page header logo, click on </a:t>
            </a:r>
            <a:r>
              <a:rPr lang="en-US" b="1" dirty="0"/>
              <a:t>View/Theme Builder</a:t>
            </a:r>
            <a:r>
              <a:rPr lang="en-US" dirty="0"/>
              <a:t> and select the theme slide. Follow the steps above for replacing the image.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59692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224" name="Google Shape;224;p31"/>
          <p:cNvSpPr txBox="1">
            <a:spLocks noGrp="1"/>
          </p:cNvSpPr>
          <p:nvPr>
            <p:ph type="title"/>
          </p:nvPr>
        </p:nvSpPr>
        <p:spPr>
          <a:xfrm>
            <a:off x="457200" y="1522413"/>
            <a:ext cx="8229600" cy="174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Source Sans 3" panose="020B0604020202020204" charset="0"/>
              </a:rPr>
              <a:t>Results &amp; Discussion</a:t>
            </a:r>
            <a:endParaRPr dirty="0">
              <a:latin typeface="Source Sans 3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3459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224" name="Google Shape;224;p31"/>
          <p:cNvSpPr txBox="1">
            <a:spLocks noGrp="1"/>
          </p:cNvSpPr>
          <p:nvPr>
            <p:ph type="title"/>
          </p:nvPr>
        </p:nvSpPr>
        <p:spPr>
          <a:xfrm>
            <a:off x="457200" y="1522413"/>
            <a:ext cx="8229600" cy="174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Source Sans 3" panose="020B0604020202020204" charset="0"/>
              </a:rPr>
              <a:t>Conclusion &amp; Future Work</a:t>
            </a:r>
          </a:p>
        </p:txBody>
      </p:sp>
    </p:spTree>
    <p:extLst>
      <p:ext uri="{BB962C8B-B14F-4D97-AF65-F5344CB8AC3E}">
        <p14:creationId xmlns:p14="http://schemas.microsoft.com/office/powerpoint/2010/main" val="30337429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0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9"/>
          <a:stretch/>
        </p:blipFill>
        <p:spPr>
          <a:xfrm>
            <a:off x="6819843" y="286172"/>
            <a:ext cx="2009699" cy="382200"/>
          </a:xfrm>
          <a:prstGeom prst="rect">
            <a:avLst/>
          </a:prstGeom>
        </p:spPr>
      </p:pic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457200" y="1057275"/>
            <a:ext cx="8229600" cy="1711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Blue Notch Template</a:t>
            </a:r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subTitle" idx="1"/>
          </p:nvPr>
        </p:nvSpPr>
        <p:spPr>
          <a:xfrm>
            <a:off x="457200" y="2782650"/>
            <a:ext cx="8229600" cy="714300"/>
          </a:xfrm>
          <a:prstGeom prst="rect">
            <a:avLst/>
          </a:prstGeom>
        </p:spPr>
        <p:txBody>
          <a:bodyPr spcFirstLastPara="1" wrap="square" lIns="18275" tIns="0" rIns="0" bIns="0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Read on for tips on how to use this template.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subTitle" idx="3"/>
          </p:nvPr>
        </p:nvSpPr>
        <p:spPr>
          <a:xfrm>
            <a:off x="461400" y="4429125"/>
            <a:ext cx="8229600" cy="257100"/>
          </a:xfrm>
          <a:prstGeom prst="rect">
            <a:avLst/>
          </a:prstGeom>
        </p:spPr>
        <p:txBody>
          <a:bodyPr spcFirstLastPara="1" wrap="square" lIns="18275" tIns="0" rIns="0" bIns="0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University Communications  |  October 17, 2023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>
            <a:spLocks noGrp="1"/>
          </p:cNvSpPr>
          <p:nvPr>
            <p:ph type="body" idx="1"/>
          </p:nvPr>
        </p:nvSpPr>
        <p:spPr>
          <a:xfrm>
            <a:off x="452438" y="1309314"/>
            <a:ext cx="381000" cy="381000"/>
          </a:xfrm>
          <a:prstGeom prst="ellipse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</a:t>
            </a:r>
            <a:endParaRPr dirty="0"/>
          </a:p>
        </p:txBody>
      </p:sp>
      <p:sp>
        <p:nvSpPr>
          <p:cNvPr id="118" name="Google Shape;118;p21"/>
          <p:cNvSpPr>
            <a:spLocks noGrp="1"/>
          </p:cNvSpPr>
          <p:nvPr>
            <p:ph type="body" idx="2"/>
          </p:nvPr>
        </p:nvSpPr>
        <p:spPr>
          <a:xfrm>
            <a:off x="452438" y="1894064"/>
            <a:ext cx="381000" cy="381000"/>
          </a:xfrm>
          <a:prstGeom prst="ellipse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19" name="Google Shape;119;p21"/>
          <p:cNvSpPr>
            <a:spLocks noGrp="1"/>
          </p:cNvSpPr>
          <p:nvPr>
            <p:ph type="body" idx="3"/>
          </p:nvPr>
        </p:nvSpPr>
        <p:spPr>
          <a:xfrm>
            <a:off x="452438" y="2478814"/>
            <a:ext cx="381000" cy="381000"/>
          </a:xfrm>
          <a:prstGeom prst="ellipse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120" name="Google Shape;120;p21"/>
          <p:cNvSpPr>
            <a:spLocks noGrp="1"/>
          </p:cNvSpPr>
          <p:nvPr>
            <p:ph type="body" idx="4"/>
          </p:nvPr>
        </p:nvSpPr>
        <p:spPr>
          <a:xfrm>
            <a:off x="452438" y="3648314"/>
            <a:ext cx="381000" cy="381000"/>
          </a:xfrm>
          <a:prstGeom prst="ellipse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121" name="Google Shape;121;p21"/>
          <p:cNvSpPr>
            <a:spLocks noGrp="1"/>
          </p:cNvSpPr>
          <p:nvPr>
            <p:ph type="body" idx="5"/>
          </p:nvPr>
        </p:nvSpPr>
        <p:spPr>
          <a:xfrm>
            <a:off x="452438" y="3063564"/>
            <a:ext cx="381000" cy="381000"/>
          </a:xfrm>
          <a:prstGeom prst="ellipse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122" name="Google Shape;122;p21"/>
          <p:cNvSpPr txBox="1">
            <a:spLocks noGrp="1"/>
          </p:cNvSpPr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subTitle" idx="14"/>
          </p:nvPr>
        </p:nvSpPr>
        <p:spPr>
          <a:xfrm>
            <a:off x="951200" y="1302125"/>
            <a:ext cx="3476100" cy="39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Template Layouts</a:t>
            </a:r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subTitle" idx="15"/>
          </p:nvPr>
        </p:nvSpPr>
        <p:spPr>
          <a:xfrm>
            <a:off x="951200" y="1886875"/>
            <a:ext cx="3476100" cy="39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Campus Sub-brand Logos</a:t>
            </a:r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subTitle" idx="16"/>
          </p:nvPr>
        </p:nvSpPr>
        <p:spPr>
          <a:xfrm>
            <a:off x="951200" y="2471625"/>
            <a:ext cx="3476100" cy="39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Fonts</a:t>
            </a:r>
            <a:endParaRPr dirty="0"/>
          </a:p>
        </p:txBody>
      </p:sp>
      <p:sp>
        <p:nvSpPr>
          <p:cNvPr id="127" name="Google Shape;127;p21"/>
          <p:cNvSpPr txBox="1">
            <a:spLocks noGrp="1"/>
          </p:cNvSpPr>
          <p:nvPr>
            <p:ph type="subTitle" idx="17"/>
          </p:nvPr>
        </p:nvSpPr>
        <p:spPr>
          <a:xfrm>
            <a:off x="951200" y="3056375"/>
            <a:ext cx="3476100" cy="39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Google Slides vs PowerPoint vs Keynote</a:t>
            </a:r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subTitle" idx="18"/>
          </p:nvPr>
        </p:nvSpPr>
        <p:spPr>
          <a:xfrm>
            <a:off x="951200" y="3641125"/>
            <a:ext cx="3476100" cy="39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Slide Examples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>
            <a:spLocks noGrp="1"/>
          </p:cNvSpPr>
          <p:nvPr>
            <p:ph type="title"/>
          </p:nvPr>
        </p:nvSpPr>
        <p:spPr>
          <a:xfrm>
            <a:off x="457200" y="402336"/>
            <a:ext cx="3657600" cy="65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Template Layouts</a:t>
            </a:r>
            <a:endParaRPr/>
          </a:p>
        </p:txBody>
      </p:sp>
      <p:sp>
        <p:nvSpPr>
          <p:cNvPr id="134" name="Google Shape;134;p22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135" name="Google Shape;135;p22"/>
          <p:cNvSpPr txBox="1">
            <a:spLocks noGrp="1"/>
          </p:cNvSpPr>
          <p:nvPr>
            <p:ph type="body" idx="1"/>
          </p:nvPr>
        </p:nvSpPr>
        <p:spPr>
          <a:xfrm>
            <a:off x="457075" y="1300175"/>
            <a:ext cx="3657600" cy="31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228600" lvl="0" indent="-238759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There are 18 individual slide layouts in this template design. To access these layouts, click the arrow on the </a:t>
            </a:r>
            <a:r>
              <a:rPr lang="en-US" b="1"/>
              <a:t>New Slide (+)</a:t>
            </a:r>
            <a:r>
              <a:rPr lang="en-US"/>
              <a:t> button in the toolbar and choose a layout from the dropdown.</a:t>
            </a:r>
            <a:endParaRPr/>
          </a:p>
          <a:p>
            <a:pPr marL="228600" lvl="0" indent="-238759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To change the layout on a selected slide, select the </a:t>
            </a:r>
            <a:r>
              <a:rPr lang="en-US" b="1"/>
              <a:t>Layout</a:t>
            </a:r>
            <a:r>
              <a:rPr lang="en-US"/>
              <a:t> button from the toolbar.</a:t>
            </a:r>
            <a:endParaRPr/>
          </a:p>
        </p:txBody>
      </p:sp>
      <p:pic>
        <p:nvPicPr>
          <p:cNvPr id="136" name="Google Shape;136;p22"/>
          <p:cNvPicPr preferRelativeResize="0"/>
          <p:nvPr/>
        </p:nvPicPr>
        <p:blipFill rotWithShape="1">
          <a:blip r:embed="rId3">
            <a:alphaModFix/>
          </a:blip>
          <a:srcRect r="19471" b="2248"/>
          <a:stretch/>
        </p:blipFill>
        <p:spPr>
          <a:xfrm>
            <a:off x="4572000" y="1002172"/>
            <a:ext cx="4572000" cy="3473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>
            <a:spLocks noGrp="1"/>
          </p:cNvSpPr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Campus Sub-brand Logos</a:t>
            </a:r>
            <a:endParaRPr/>
          </a:p>
        </p:txBody>
      </p:sp>
      <p:sp>
        <p:nvSpPr>
          <p:cNvPr id="142" name="Google Shape;142;p23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body" idx="1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1300"/>
              </a:spcBef>
              <a:spcAft>
                <a:spcPts val="0"/>
              </a:spcAft>
              <a:buNone/>
            </a:pPr>
            <a:r>
              <a:rPr lang="en-US"/>
              <a:t>This template was built for general use using the UC San Diego logo. For units wanting to use their unit-specific sub-brand logo, follow the steps and tips below.</a:t>
            </a:r>
            <a:endParaRPr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 b="1"/>
              <a:t>PNG files</a:t>
            </a:r>
            <a:r>
              <a:rPr lang="en-US"/>
              <a:t> work best, as they have a transparent background. </a:t>
            </a:r>
            <a:endParaRPr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To update the logo on one of the cover designs, select the logo image and click </a:t>
            </a:r>
            <a:r>
              <a:rPr lang="en-US" b="1"/>
              <a:t>Replace Image</a:t>
            </a:r>
            <a:r>
              <a:rPr lang="en-US"/>
              <a:t> from the toolbar (or right click and choose Replace Image). To adjust the crop to fit the logo, click the </a:t>
            </a:r>
            <a:r>
              <a:rPr lang="en-US" b="1"/>
              <a:t>Reset Image</a:t>
            </a:r>
            <a:r>
              <a:rPr lang="en-US"/>
              <a:t> button (or right click the image and choose Reset Image).</a:t>
            </a:r>
            <a:endParaRPr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Content slides, like this one, can be tight on space, making it harder to fit unit sub-brand logos legibly. We recommend keeping the main UC San Diego logo on these slides. If you need to update the page header logo, click on </a:t>
            </a:r>
            <a:r>
              <a:rPr lang="en-US" b="1"/>
              <a:t>View/Theme Builder</a:t>
            </a:r>
            <a:r>
              <a:rPr lang="en-US"/>
              <a:t> and select the theme slide. Follow the steps above for replacing the image.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>
            <a:spLocks noGrp="1"/>
          </p:cNvSpPr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Fonts</a:t>
            </a:r>
            <a:endParaRPr/>
          </a:p>
        </p:txBody>
      </p:sp>
      <p:sp>
        <p:nvSpPr>
          <p:cNvPr id="149" name="Google Shape;149;p24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150" name="Google Shape;150;p24"/>
          <p:cNvSpPr txBox="1">
            <a:spLocks noGrp="1"/>
          </p:cNvSpPr>
          <p:nvPr>
            <p:ph type="body" idx="1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This Template uses </a:t>
            </a:r>
            <a:r>
              <a:rPr lang="en-US" b="1"/>
              <a:t>Teko</a:t>
            </a:r>
            <a:r>
              <a:rPr lang="en-US"/>
              <a:t> and </a:t>
            </a:r>
            <a:r>
              <a:rPr lang="en-US" b="1"/>
              <a:t>Source Sans 3</a:t>
            </a:r>
            <a:r>
              <a:rPr lang="en-US"/>
              <a:t> (previously called Sources Sans Pro). Both are approved brand fonts available for free. Teko can be downloaded via </a:t>
            </a:r>
            <a:r>
              <a:rPr lang="en-US" u="sng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Fontshare</a:t>
            </a:r>
            <a:r>
              <a:rPr lang="en-US"/>
              <a:t>. Source Sans 3 can be downloaded via </a:t>
            </a:r>
            <a:r>
              <a:rPr lang="en-US" u="sng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Fonts</a:t>
            </a:r>
            <a:r>
              <a:rPr lang="en-US"/>
              <a:t>.</a:t>
            </a:r>
            <a:endParaRPr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Font files have also been included in the Zip file for this template for convenience.</a:t>
            </a:r>
            <a:endParaRPr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Be sure to install the needed fonts before using this template.</a:t>
            </a:r>
            <a:endParaRPr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When pasting in content from other sources, use </a:t>
            </a:r>
            <a:r>
              <a:rPr lang="en-US" b="1"/>
              <a:t>Paste without formatting</a:t>
            </a:r>
            <a:r>
              <a:rPr lang="en-US"/>
              <a:t> to prevent unintended style and font changes.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>
            <a:spLocks noGrp="1"/>
          </p:cNvSpPr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Google Slides vs PowerPoint vs Keynote</a:t>
            </a:r>
            <a:endParaRPr/>
          </a:p>
        </p:txBody>
      </p:sp>
      <p:sp>
        <p:nvSpPr>
          <p:cNvPr id="156" name="Google Shape;156;p25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157" name="Google Shape;157;p25"/>
          <p:cNvSpPr txBox="1">
            <a:spLocks noGrp="1"/>
          </p:cNvSpPr>
          <p:nvPr>
            <p:ph type="body" idx="1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File conversion between Keynote, PowerPoint or Google Slides can result in distortion of formatting and graphics. For this reason, </a:t>
            </a:r>
            <a:r>
              <a:rPr lang="en-US" b="1"/>
              <a:t>we recommend creating your presentation in the platform that will be used for presenting</a:t>
            </a:r>
            <a:r>
              <a:rPr lang="en-US"/>
              <a:t>.</a:t>
            </a:r>
            <a:endParaRPr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If you need to distribute a PowerPoint file through Google Drive, zip/compress the file before it is uploaded so that the recipients must download the file to their computer and use PowerPoint to open it. If a PowerPoint file is opened in Google Drive, it will automatically be converted to Google Slides.</a:t>
            </a:r>
            <a:endParaRPr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When routing to stakeholders for review, consider saving the file as a PDF to prevent edits that could introduce formatting issues.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163" name="Google Shape;163;p26"/>
          <p:cNvSpPr txBox="1">
            <a:spLocks noGrp="1"/>
          </p:cNvSpPr>
          <p:nvPr>
            <p:ph type="subTitle" idx="1"/>
          </p:nvPr>
        </p:nvSpPr>
        <p:spPr>
          <a:xfrm>
            <a:off x="457200" y="400050"/>
            <a:ext cx="8229600" cy="402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800"/>
              <a:t>Check out the following pages for more examples of slide layouts in this template!</a:t>
            </a:r>
            <a:endParaRPr sz="3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7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7813" b="7813"/>
          <a:stretch/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pic>
        <p:nvPicPr>
          <p:cNvPr id="169" name="Google Shape;169;p27"/>
          <p:cNvPicPr preferRelativeResize="0"/>
          <p:nvPr/>
        </p:nvPicPr>
        <p:blipFill rotWithShape="1">
          <a:blip r:embed="rId4">
            <a:alphaModFix/>
          </a:blip>
          <a:srcRect t="90792"/>
          <a:stretch/>
        </p:blipFill>
        <p:spPr>
          <a:xfrm>
            <a:off x="1850" y="4671781"/>
            <a:ext cx="9143998" cy="47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7"/>
          <p:cNvPicPr preferRelativeResize="0"/>
          <p:nvPr/>
        </p:nvPicPr>
        <p:blipFill rotWithShape="1">
          <a:blip r:embed="rId5">
            <a:alphaModFix/>
          </a:blip>
          <a:srcRect b="79455"/>
          <a:stretch/>
        </p:blipFill>
        <p:spPr>
          <a:xfrm>
            <a:off x="1850" y="0"/>
            <a:ext cx="9140299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7"/>
          <p:cNvPicPr preferRelativeResize="0">
            <a:picLocks noGrp="1"/>
          </p:cNvPicPr>
          <p:nvPr>
            <p:ph type="pic" idx="3"/>
          </p:nvPr>
        </p:nvPicPr>
        <p:blipFill rotWithShape="1">
          <a:blip r:embed="rId6">
            <a:alphaModFix/>
          </a:blip>
          <a:srcRect t="9"/>
          <a:stretch/>
        </p:blipFill>
        <p:spPr>
          <a:xfrm>
            <a:off x="6819843" y="286172"/>
            <a:ext cx="2009699" cy="382200"/>
          </a:xfrm>
          <a:prstGeom prst="rect">
            <a:avLst/>
          </a:prstGeom>
        </p:spPr>
      </p:pic>
      <p:sp>
        <p:nvSpPr>
          <p:cNvPr id="172" name="Google Shape;172;p27"/>
          <p:cNvSpPr txBox="1">
            <a:spLocks noGrp="1"/>
          </p:cNvSpPr>
          <p:nvPr>
            <p:ph type="title"/>
          </p:nvPr>
        </p:nvSpPr>
        <p:spPr>
          <a:xfrm>
            <a:off x="457200" y="2263818"/>
            <a:ext cx="8229600" cy="1743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Title Slide with Photo</a:t>
            </a:r>
            <a:endParaRPr/>
          </a:p>
        </p:txBody>
      </p:sp>
      <p:sp>
        <p:nvSpPr>
          <p:cNvPr id="173" name="Google Shape;173;p27"/>
          <p:cNvSpPr txBox="1">
            <a:spLocks noGrp="1"/>
          </p:cNvSpPr>
          <p:nvPr>
            <p:ph type="subTitle" idx="1"/>
          </p:nvPr>
        </p:nvSpPr>
        <p:spPr>
          <a:xfrm>
            <a:off x="450450" y="412900"/>
            <a:ext cx="5400900" cy="2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Presenter Name  |  Month Day, Year</a:t>
            </a:r>
            <a:endParaRPr/>
          </a:p>
        </p:txBody>
      </p:sp>
      <p:sp>
        <p:nvSpPr>
          <p:cNvPr id="174" name="Google Shape;174;p27"/>
          <p:cNvSpPr txBox="1">
            <a:spLocks noGrp="1"/>
          </p:cNvSpPr>
          <p:nvPr>
            <p:ph type="subTitle" idx="4"/>
          </p:nvPr>
        </p:nvSpPr>
        <p:spPr>
          <a:xfrm>
            <a:off x="450450" y="4020350"/>
            <a:ext cx="8229600" cy="40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Swap out the photo to make it your own.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>
            <a:spLocks noGrp="1"/>
          </p:cNvSpPr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Simple Agenda Title</a:t>
            </a:r>
            <a:endParaRPr/>
          </a:p>
        </p:txBody>
      </p:sp>
      <p:sp>
        <p:nvSpPr>
          <p:cNvPr id="180" name="Google Shape;180;p28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181" name="Google Shape;181;p28"/>
          <p:cNvSpPr txBox="1">
            <a:spLocks noGrp="1"/>
          </p:cNvSpPr>
          <p:nvPr>
            <p:ph type="body" idx="1"/>
          </p:nvPr>
        </p:nvSpPr>
        <p:spPr>
          <a:xfrm>
            <a:off x="457075" y="1300175"/>
            <a:ext cx="8229600" cy="31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Topic 1</a:t>
            </a:r>
            <a:endParaRPr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Topic 2</a:t>
            </a:r>
            <a:endParaRPr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Topic 3</a:t>
            </a:r>
            <a:endParaRPr/>
          </a:p>
          <a:p>
            <a:pPr marL="457200" lvl="1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Sub-topic</a:t>
            </a:r>
            <a:endParaRPr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Topic 4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>
            <a:spLocks noGrp="1"/>
          </p:cNvSpPr>
          <p:nvPr>
            <p:ph type="body" idx="1"/>
          </p:nvPr>
        </p:nvSpPr>
        <p:spPr>
          <a:xfrm>
            <a:off x="452438" y="1309314"/>
            <a:ext cx="381000" cy="381000"/>
          </a:xfrm>
          <a:prstGeom prst="ellipse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187" name="Google Shape;187;p29"/>
          <p:cNvSpPr>
            <a:spLocks noGrp="1"/>
          </p:cNvSpPr>
          <p:nvPr>
            <p:ph type="body" idx="2"/>
          </p:nvPr>
        </p:nvSpPr>
        <p:spPr>
          <a:xfrm>
            <a:off x="452438" y="1894064"/>
            <a:ext cx="381000" cy="381000"/>
          </a:xfrm>
          <a:prstGeom prst="ellipse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88" name="Google Shape;188;p29"/>
          <p:cNvSpPr>
            <a:spLocks noGrp="1"/>
          </p:cNvSpPr>
          <p:nvPr>
            <p:ph type="body" idx="3"/>
          </p:nvPr>
        </p:nvSpPr>
        <p:spPr>
          <a:xfrm>
            <a:off x="452438" y="2478814"/>
            <a:ext cx="381000" cy="381000"/>
          </a:xfrm>
          <a:prstGeom prst="ellipse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189" name="Google Shape;189;p29"/>
          <p:cNvSpPr>
            <a:spLocks noGrp="1"/>
          </p:cNvSpPr>
          <p:nvPr>
            <p:ph type="body" idx="4"/>
          </p:nvPr>
        </p:nvSpPr>
        <p:spPr>
          <a:xfrm>
            <a:off x="452438" y="3648314"/>
            <a:ext cx="381000" cy="381000"/>
          </a:xfrm>
          <a:prstGeom prst="ellipse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190" name="Google Shape;190;p29"/>
          <p:cNvSpPr>
            <a:spLocks noGrp="1"/>
          </p:cNvSpPr>
          <p:nvPr>
            <p:ph type="body" idx="5"/>
          </p:nvPr>
        </p:nvSpPr>
        <p:spPr>
          <a:xfrm>
            <a:off x="452438" y="3063564"/>
            <a:ext cx="381000" cy="381000"/>
          </a:xfrm>
          <a:prstGeom prst="ellipse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191" name="Google Shape;191;p29"/>
          <p:cNvSpPr>
            <a:spLocks noGrp="1"/>
          </p:cNvSpPr>
          <p:nvPr>
            <p:ph type="body" idx="6"/>
          </p:nvPr>
        </p:nvSpPr>
        <p:spPr>
          <a:xfrm>
            <a:off x="4716645" y="1309314"/>
            <a:ext cx="381000" cy="381000"/>
          </a:xfrm>
          <a:prstGeom prst="ellipse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192" name="Google Shape;192;p29"/>
          <p:cNvSpPr>
            <a:spLocks noGrp="1"/>
          </p:cNvSpPr>
          <p:nvPr>
            <p:ph type="body" idx="7"/>
          </p:nvPr>
        </p:nvSpPr>
        <p:spPr>
          <a:xfrm>
            <a:off x="4716645" y="1894064"/>
            <a:ext cx="381000" cy="381000"/>
          </a:xfrm>
          <a:prstGeom prst="ellipse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193" name="Google Shape;193;p29"/>
          <p:cNvSpPr>
            <a:spLocks noGrp="1"/>
          </p:cNvSpPr>
          <p:nvPr>
            <p:ph type="body" idx="8"/>
          </p:nvPr>
        </p:nvSpPr>
        <p:spPr>
          <a:xfrm>
            <a:off x="4716645" y="2478814"/>
            <a:ext cx="381000" cy="381000"/>
          </a:xfrm>
          <a:prstGeom prst="ellipse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</a:t>
            </a:r>
            <a:endParaRPr/>
          </a:p>
        </p:txBody>
      </p:sp>
      <p:sp>
        <p:nvSpPr>
          <p:cNvPr id="194" name="Google Shape;194;p29"/>
          <p:cNvSpPr>
            <a:spLocks noGrp="1"/>
          </p:cNvSpPr>
          <p:nvPr>
            <p:ph type="body" idx="9"/>
          </p:nvPr>
        </p:nvSpPr>
        <p:spPr>
          <a:xfrm>
            <a:off x="4716645" y="3648314"/>
            <a:ext cx="381000" cy="381000"/>
          </a:xfrm>
          <a:prstGeom prst="ellipse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</a:t>
            </a:r>
            <a:endParaRPr/>
          </a:p>
        </p:txBody>
      </p:sp>
      <p:sp>
        <p:nvSpPr>
          <p:cNvPr id="195" name="Google Shape;195;p29"/>
          <p:cNvSpPr>
            <a:spLocks noGrp="1"/>
          </p:cNvSpPr>
          <p:nvPr>
            <p:ph type="body" idx="13"/>
          </p:nvPr>
        </p:nvSpPr>
        <p:spPr>
          <a:xfrm>
            <a:off x="4716645" y="3063564"/>
            <a:ext cx="381000" cy="381000"/>
          </a:xfrm>
          <a:prstGeom prst="ellipse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196" name="Google Shape;196;p29"/>
          <p:cNvSpPr txBox="1">
            <a:spLocks noGrp="1"/>
          </p:cNvSpPr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Stylish Agenda Title Goes Here</a:t>
            </a:r>
            <a:endParaRPr/>
          </a:p>
        </p:txBody>
      </p:sp>
      <p:sp>
        <p:nvSpPr>
          <p:cNvPr id="197" name="Google Shape;197;p29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198" name="Google Shape;198;p29"/>
          <p:cNvSpPr txBox="1">
            <a:spLocks noGrp="1"/>
          </p:cNvSpPr>
          <p:nvPr>
            <p:ph type="subTitle" idx="14"/>
          </p:nvPr>
        </p:nvSpPr>
        <p:spPr>
          <a:xfrm>
            <a:off x="951200" y="1302125"/>
            <a:ext cx="3476100" cy="39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Item number one goes here</a:t>
            </a:r>
            <a:endParaRPr/>
          </a:p>
        </p:txBody>
      </p:sp>
      <p:sp>
        <p:nvSpPr>
          <p:cNvPr id="199" name="Google Shape;199;p29"/>
          <p:cNvSpPr txBox="1">
            <a:spLocks noGrp="1"/>
          </p:cNvSpPr>
          <p:nvPr>
            <p:ph type="subTitle" idx="15"/>
          </p:nvPr>
        </p:nvSpPr>
        <p:spPr>
          <a:xfrm>
            <a:off x="951200" y="1886875"/>
            <a:ext cx="3476100" cy="39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The second item goes here</a:t>
            </a:r>
            <a:endParaRPr/>
          </a:p>
        </p:txBody>
      </p:sp>
      <p:sp>
        <p:nvSpPr>
          <p:cNvPr id="200" name="Google Shape;200;p29"/>
          <p:cNvSpPr txBox="1">
            <a:spLocks noGrp="1"/>
          </p:cNvSpPr>
          <p:nvPr>
            <p:ph type="subTitle" idx="16"/>
          </p:nvPr>
        </p:nvSpPr>
        <p:spPr>
          <a:xfrm>
            <a:off x="951200" y="2471625"/>
            <a:ext cx="3476100" cy="39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Third item goes here</a:t>
            </a:r>
            <a:endParaRPr/>
          </a:p>
        </p:txBody>
      </p:sp>
      <p:sp>
        <p:nvSpPr>
          <p:cNvPr id="201" name="Google Shape;201;p29"/>
          <p:cNvSpPr txBox="1">
            <a:spLocks noGrp="1"/>
          </p:cNvSpPr>
          <p:nvPr>
            <p:ph type="subTitle" idx="17"/>
          </p:nvPr>
        </p:nvSpPr>
        <p:spPr>
          <a:xfrm>
            <a:off x="951200" y="3056375"/>
            <a:ext cx="3476100" cy="39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Item number four goes here</a:t>
            </a:r>
            <a:endParaRPr/>
          </a:p>
        </p:txBody>
      </p:sp>
      <p:sp>
        <p:nvSpPr>
          <p:cNvPr id="202" name="Google Shape;202;p29"/>
          <p:cNvSpPr txBox="1">
            <a:spLocks noGrp="1"/>
          </p:cNvSpPr>
          <p:nvPr>
            <p:ph type="subTitle" idx="18"/>
          </p:nvPr>
        </p:nvSpPr>
        <p:spPr>
          <a:xfrm>
            <a:off x="951200" y="3641125"/>
            <a:ext cx="3476100" cy="39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A fifth item can go here</a:t>
            </a:r>
            <a:endParaRPr/>
          </a:p>
        </p:txBody>
      </p:sp>
      <p:sp>
        <p:nvSpPr>
          <p:cNvPr id="203" name="Google Shape;203;p29"/>
          <p:cNvSpPr txBox="1">
            <a:spLocks noGrp="1"/>
          </p:cNvSpPr>
          <p:nvPr>
            <p:ph type="subTitle" idx="19"/>
          </p:nvPr>
        </p:nvSpPr>
        <p:spPr>
          <a:xfrm>
            <a:off x="5215425" y="1302125"/>
            <a:ext cx="3476100" cy="39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Item six goes here</a:t>
            </a:r>
            <a:endParaRPr/>
          </a:p>
        </p:txBody>
      </p:sp>
      <p:sp>
        <p:nvSpPr>
          <p:cNvPr id="204" name="Google Shape;204;p29"/>
          <p:cNvSpPr txBox="1">
            <a:spLocks noGrp="1"/>
          </p:cNvSpPr>
          <p:nvPr>
            <p:ph type="subTitle" idx="20"/>
          </p:nvPr>
        </p:nvSpPr>
        <p:spPr>
          <a:xfrm>
            <a:off x="5215425" y="1886875"/>
            <a:ext cx="3476100" cy="39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Page can fit up to ten agenda items</a:t>
            </a:r>
            <a:endParaRPr/>
          </a:p>
        </p:txBody>
      </p:sp>
      <p:sp>
        <p:nvSpPr>
          <p:cNvPr id="205" name="Google Shape;205;p29"/>
          <p:cNvSpPr txBox="1">
            <a:spLocks noGrp="1"/>
          </p:cNvSpPr>
          <p:nvPr>
            <p:ph type="subTitle" idx="21"/>
          </p:nvPr>
        </p:nvSpPr>
        <p:spPr>
          <a:xfrm>
            <a:off x="5215425" y="2471625"/>
            <a:ext cx="3476100" cy="39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Extra items can be removed</a:t>
            </a:r>
            <a:endParaRPr/>
          </a:p>
        </p:txBody>
      </p:sp>
      <p:sp>
        <p:nvSpPr>
          <p:cNvPr id="206" name="Google Shape;206;p29"/>
          <p:cNvSpPr txBox="1">
            <a:spLocks noGrp="1"/>
          </p:cNvSpPr>
          <p:nvPr>
            <p:ph type="subTitle" idx="22"/>
          </p:nvPr>
        </p:nvSpPr>
        <p:spPr>
          <a:xfrm>
            <a:off x="5215425" y="3056375"/>
            <a:ext cx="3476100" cy="39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Penultimate item goes here</a:t>
            </a:r>
            <a:endParaRPr/>
          </a:p>
        </p:txBody>
      </p:sp>
      <p:sp>
        <p:nvSpPr>
          <p:cNvPr id="207" name="Google Shape;207;p29"/>
          <p:cNvSpPr txBox="1">
            <a:spLocks noGrp="1"/>
          </p:cNvSpPr>
          <p:nvPr>
            <p:ph type="subTitle" idx="23"/>
          </p:nvPr>
        </p:nvSpPr>
        <p:spPr>
          <a:xfrm>
            <a:off x="5215425" y="3641125"/>
            <a:ext cx="3476100" cy="395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Final item goes here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30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9803" r="21028"/>
          <a:stretch/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pic>
        <p:nvPicPr>
          <p:cNvPr id="213" name="Google Shape;213;p30"/>
          <p:cNvPicPr preferRelativeResize="0"/>
          <p:nvPr/>
        </p:nvPicPr>
        <p:blipFill rotWithShape="1">
          <a:blip r:embed="rId4">
            <a:alphaModFix/>
          </a:blip>
          <a:srcRect b="84197"/>
          <a:stretch/>
        </p:blipFill>
        <p:spPr>
          <a:xfrm>
            <a:off x="0" y="0"/>
            <a:ext cx="9148777" cy="8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0"/>
          <p:cNvPicPr preferRelativeResize="0"/>
          <p:nvPr/>
        </p:nvPicPr>
        <p:blipFill rotWithShape="1">
          <a:blip r:embed="rId5">
            <a:alphaModFix/>
          </a:blip>
          <a:srcRect t="709" b="709"/>
          <a:stretch/>
        </p:blipFill>
        <p:spPr>
          <a:xfrm>
            <a:off x="7538833" y="240172"/>
            <a:ext cx="1377803" cy="258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0"/>
          <p:cNvPicPr preferRelativeResize="0"/>
          <p:nvPr/>
        </p:nvPicPr>
        <p:blipFill rotWithShape="1">
          <a:blip r:embed="rId4">
            <a:alphaModFix/>
          </a:blip>
          <a:srcRect t="91388"/>
          <a:stretch/>
        </p:blipFill>
        <p:spPr>
          <a:xfrm>
            <a:off x="0" y="4704921"/>
            <a:ext cx="9148777" cy="443351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0"/>
          <p:cNvSpPr txBox="1">
            <a:spLocks noGrp="1"/>
          </p:cNvSpPr>
          <p:nvPr>
            <p:ph type="title"/>
          </p:nvPr>
        </p:nvSpPr>
        <p:spPr>
          <a:xfrm>
            <a:off x="5001965" y="813547"/>
            <a:ext cx="3684900" cy="1758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Title Here on Multiple Lines</a:t>
            </a:r>
            <a:endParaRPr/>
          </a:p>
        </p:txBody>
      </p:sp>
      <p:sp>
        <p:nvSpPr>
          <p:cNvPr id="217" name="Google Shape;217;p30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218" name="Google Shape;218;p30"/>
          <p:cNvSpPr txBox="1">
            <a:spLocks noGrp="1"/>
          </p:cNvSpPr>
          <p:nvPr>
            <p:ph type="subTitle" idx="1"/>
          </p:nvPr>
        </p:nvSpPr>
        <p:spPr>
          <a:xfrm>
            <a:off x="5001975" y="2641600"/>
            <a:ext cx="3684900" cy="178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This is the subtitle. Both can be long or short as needed.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224" name="Google Shape;224;p31"/>
          <p:cNvSpPr txBox="1">
            <a:spLocks noGrp="1"/>
          </p:cNvSpPr>
          <p:nvPr>
            <p:ph type="title"/>
          </p:nvPr>
        </p:nvSpPr>
        <p:spPr>
          <a:xfrm>
            <a:off x="457200" y="1522413"/>
            <a:ext cx="8229600" cy="174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Section Title Goes Here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2"/>
          <p:cNvSpPr txBox="1">
            <a:spLocks noGrp="1"/>
          </p:cNvSpPr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Content Slide</a:t>
            </a:r>
            <a:endParaRPr/>
          </a:p>
        </p:txBody>
      </p:sp>
      <p:sp>
        <p:nvSpPr>
          <p:cNvPr id="230" name="Google Shape;230;p32"/>
          <p:cNvSpPr txBox="1">
            <a:spLocks noGrp="1"/>
          </p:cNvSpPr>
          <p:nvPr>
            <p:ph type="body" idx="1"/>
          </p:nvPr>
        </p:nvSpPr>
        <p:spPr>
          <a:xfrm>
            <a:off x="457200" y="1300163"/>
            <a:ext cx="8229600" cy="31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Content goes here. There is room for short sentences or paragraphs, whatever suits your content needs.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Be mindful of the space and avoid overlapping text with other design elements.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You can also link to a website, such as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ucsd.edu</a:t>
            </a:r>
            <a:r>
              <a:rPr lang="en-US"/>
              <a:t>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32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3"/>
          <p:cNvSpPr txBox="1">
            <a:spLocks noGrp="1"/>
          </p:cNvSpPr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Bulleted Content Slide</a:t>
            </a:r>
            <a:endParaRPr/>
          </a:p>
        </p:txBody>
      </p:sp>
      <p:sp>
        <p:nvSpPr>
          <p:cNvPr id="237" name="Google Shape;237;p33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238" name="Google Shape;238;p33"/>
          <p:cNvSpPr txBox="1">
            <a:spLocks noGrp="1"/>
          </p:cNvSpPr>
          <p:nvPr>
            <p:ph type="body" idx="1"/>
          </p:nvPr>
        </p:nvSpPr>
        <p:spPr>
          <a:xfrm>
            <a:off x="457200" y="1300175"/>
            <a:ext cx="8229600" cy="31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Bulleted text goes here. There is room for short sentences or paragraphs, whatever suits your content needs.</a:t>
            </a:r>
            <a:endParaRPr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Be mindful of the space and avoid overlapping text with other design elements.</a:t>
            </a:r>
            <a:endParaRPr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You can also link to a website, such as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ucsd.edu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4"/>
          <p:cNvSpPr txBox="1">
            <a:spLocks noGrp="1"/>
          </p:cNvSpPr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Two-Column Content Slide</a:t>
            </a:r>
            <a:endParaRPr/>
          </a:p>
        </p:txBody>
      </p:sp>
      <p:sp>
        <p:nvSpPr>
          <p:cNvPr id="244" name="Google Shape;244;p34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245" name="Google Shape;245;p34"/>
          <p:cNvSpPr txBox="1">
            <a:spLocks noGrp="1"/>
          </p:cNvSpPr>
          <p:nvPr>
            <p:ph type="body" idx="1"/>
          </p:nvPr>
        </p:nvSpPr>
        <p:spPr>
          <a:xfrm>
            <a:off x="457200" y="1300175"/>
            <a:ext cx="3950400" cy="31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Here is an example of a two-column slide.</a:t>
            </a:r>
            <a:endParaRPr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You can fit two columns worth of text here in either paragraphs or bullets—whatever floats your boat.</a:t>
            </a:r>
            <a:endParaRPr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Lorem ipsum dolor sit amet, consectetur adipiscing elit. Phasellus viverra, magna id iaculis aliquam, nisl mauris tristique felis, ut egestas lorem velit eu arcu. </a:t>
            </a:r>
            <a:endParaRPr/>
          </a:p>
          <a:p>
            <a:pPr marL="228600" lvl="0" indent="-137160" algn="l" rtl="0">
              <a:spcBef>
                <a:spcPts val="13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34"/>
          <p:cNvSpPr txBox="1">
            <a:spLocks noGrp="1"/>
          </p:cNvSpPr>
          <p:nvPr>
            <p:ph type="body" idx="2"/>
          </p:nvPr>
        </p:nvSpPr>
        <p:spPr>
          <a:xfrm>
            <a:off x="4736400" y="1300175"/>
            <a:ext cx="3950400" cy="31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Sed at sapien sit amet turpis dictum pretium. Fusce luctus erat eget blandit feugiat. Nam cursus fermentum eros, eu semper est aliquet quis. Donec vehicula a dui quis sollicitudin. </a:t>
            </a:r>
            <a:endParaRPr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Pellentesque mattis rhoncus sem, id ultrices lorem accumsan nec. Ut mollis elit id semper vulputate. Etiam vulputate dictum lorem, at aliquet nisi interdum venenatis.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35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367" r="20373"/>
          <a:stretch/>
        </p:blipFill>
        <p:spPr>
          <a:xfrm>
            <a:off x="4572000" y="0"/>
            <a:ext cx="4572000" cy="5143501"/>
          </a:xfrm>
          <a:prstGeom prst="rect">
            <a:avLst/>
          </a:prstGeom>
        </p:spPr>
      </p:pic>
      <p:pic>
        <p:nvPicPr>
          <p:cNvPr id="252" name="Google Shape;252;p35"/>
          <p:cNvPicPr preferRelativeResize="0"/>
          <p:nvPr/>
        </p:nvPicPr>
        <p:blipFill rotWithShape="1">
          <a:blip r:embed="rId4">
            <a:alphaModFix/>
          </a:blip>
          <a:srcRect b="84197"/>
          <a:stretch/>
        </p:blipFill>
        <p:spPr>
          <a:xfrm>
            <a:off x="0" y="0"/>
            <a:ext cx="9148777" cy="8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5"/>
          <p:cNvPicPr preferRelativeResize="0"/>
          <p:nvPr/>
        </p:nvPicPr>
        <p:blipFill rotWithShape="1">
          <a:blip r:embed="rId5">
            <a:alphaModFix/>
          </a:blip>
          <a:srcRect t="709" b="709"/>
          <a:stretch/>
        </p:blipFill>
        <p:spPr>
          <a:xfrm>
            <a:off x="7538833" y="240172"/>
            <a:ext cx="1377803" cy="258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5"/>
          <p:cNvPicPr preferRelativeResize="0"/>
          <p:nvPr/>
        </p:nvPicPr>
        <p:blipFill rotWithShape="1">
          <a:blip r:embed="rId4">
            <a:alphaModFix/>
          </a:blip>
          <a:srcRect t="91388"/>
          <a:stretch/>
        </p:blipFill>
        <p:spPr>
          <a:xfrm>
            <a:off x="0" y="4704921"/>
            <a:ext cx="9148777" cy="443351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5"/>
          <p:cNvSpPr txBox="1">
            <a:spLocks noGrp="1"/>
          </p:cNvSpPr>
          <p:nvPr>
            <p:ph type="title"/>
          </p:nvPr>
        </p:nvSpPr>
        <p:spPr>
          <a:xfrm>
            <a:off x="457200" y="402336"/>
            <a:ext cx="3657600" cy="65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Title Here</a:t>
            </a:r>
            <a:endParaRPr/>
          </a:p>
        </p:txBody>
      </p:sp>
      <p:sp>
        <p:nvSpPr>
          <p:cNvPr id="256" name="Google Shape;256;p35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257" name="Google Shape;257;p35"/>
          <p:cNvSpPr txBox="1">
            <a:spLocks noGrp="1"/>
          </p:cNvSpPr>
          <p:nvPr>
            <p:ph type="body" idx="1"/>
          </p:nvPr>
        </p:nvSpPr>
        <p:spPr>
          <a:xfrm>
            <a:off x="457075" y="1300175"/>
            <a:ext cx="3657600" cy="31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Bulleted text goes here.</a:t>
            </a:r>
            <a:endParaRPr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Be mindful of the space and avoid overlapping text with other design elements.</a:t>
            </a:r>
            <a:endParaRPr/>
          </a:p>
          <a:p>
            <a:pPr marL="228600" lvl="0" indent="-238759" algn="l" rtl="0">
              <a:spcBef>
                <a:spcPts val="13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You can swap in your own photo to the right (right click the image and select </a:t>
            </a:r>
            <a:r>
              <a:rPr lang="en-US" b="1"/>
              <a:t>Replace Image</a:t>
            </a:r>
            <a:r>
              <a:rPr lang="en-US"/>
              <a:t>).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6"/>
          <p:cNvSpPr txBox="1">
            <a:spLocks noGrp="1"/>
          </p:cNvSpPr>
          <p:nvPr>
            <p:ph type="title"/>
          </p:nvPr>
        </p:nvSpPr>
        <p:spPr>
          <a:xfrm>
            <a:off x="457200" y="402336"/>
            <a:ext cx="6375300" cy="6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Title Only</a:t>
            </a:r>
            <a:endParaRPr/>
          </a:p>
        </p:txBody>
      </p:sp>
      <p:sp>
        <p:nvSpPr>
          <p:cNvPr id="263" name="Google Shape;263;p36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269" name="Google Shape;269;p37"/>
          <p:cNvSpPr txBox="1">
            <a:spLocks noGrp="1"/>
          </p:cNvSpPr>
          <p:nvPr>
            <p:ph type="subTitle" idx="1"/>
          </p:nvPr>
        </p:nvSpPr>
        <p:spPr>
          <a:xfrm>
            <a:off x="457200" y="400050"/>
            <a:ext cx="8229600" cy="402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This is a statement.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8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sp>
        <p:nvSpPr>
          <p:cNvPr id="275" name="Google Shape;275;p38"/>
          <p:cNvSpPr txBox="1">
            <a:spLocks noGrp="1"/>
          </p:cNvSpPr>
          <p:nvPr>
            <p:ph type="title"/>
          </p:nvPr>
        </p:nvSpPr>
        <p:spPr>
          <a:xfrm>
            <a:off x="457200" y="891100"/>
            <a:ext cx="8229600" cy="2381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100%</a:t>
            </a:r>
            <a:endParaRPr/>
          </a:p>
        </p:txBody>
      </p:sp>
      <p:sp>
        <p:nvSpPr>
          <p:cNvPr id="276" name="Google Shape;276;p38"/>
          <p:cNvSpPr txBox="1">
            <a:spLocks noGrp="1"/>
          </p:cNvSpPr>
          <p:nvPr>
            <p:ph type="subTitle" idx="1"/>
          </p:nvPr>
        </p:nvSpPr>
        <p:spPr>
          <a:xfrm>
            <a:off x="457200" y="3098325"/>
            <a:ext cx="8229600" cy="47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of stats look cooler with a bold type treatment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9"/>
          <p:cNvSpPr txBox="1">
            <a:spLocks noGrp="1"/>
          </p:cNvSpPr>
          <p:nvPr>
            <p:ph type="body" idx="1"/>
          </p:nvPr>
        </p:nvSpPr>
        <p:spPr>
          <a:xfrm>
            <a:off x="911259" y="3558795"/>
            <a:ext cx="7575000" cy="23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Unknown</a:t>
            </a:r>
            <a:endParaRPr/>
          </a:p>
        </p:txBody>
      </p:sp>
      <p:sp>
        <p:nvSpPr>
          <p:cNvPr id="282" name="Google Shape;282;p39"/>
          <p:cNvSpPr txBox="1">
            <a:spLocks noGrp="1"/>
          </p:cNvSpPr>
          <p:nvPr>
            <p:ph type="body" idx="2"/>
          </p:nvPr>
        </p:nvSpPr>
        <p:spPr>
          <a:xfrm>
            <a:off x="657721" y="1057275"/>
            <a:ext cx="7828500" cy="2233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237743" lvl="0" indent="-173735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“It is a truth universally acknowledged that a person with a brilliant idea must be in want of a brilliant presentation template.”</a:t>
            </a:r>
            <a:endParaRPr/>
          </a:p>
        </p:txBody>
      </p:sp>
      <p:sp>
        <p:nvSpPr>
          <p:cNvPr id="283" name="Google Shape;283;p39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40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9857" t="17110" r="19857" b="17104"/>
          <a:stretch/>
        </p:blipFill>
        <p:spPr>
          <a:xfrm>
            <a:off x="5910262" y="2647500"/>
            <a:ext cx="2776500" cy="2019900"/>
          </a:xfrm>
          <a:prstGeom prst="roundRect">
            <a:avLst>
              <a:gd name="adj" fmla="val 16667"/>
            </a:avLst>
          </a:prstGeom>
        </p:spPr>
      </p:pic>
      <p:pic>
        <p:nvPicPr>
          <p:cNvPr id="289" name="Google Shape;289;p40"/>
          <p:cNvPicPr preferRelativeResize="0">
            <a:picLocks noGrp="1"/>
          </p:cNvPicPr>
          <p:nvPr>
            <p:ph type="pic" idx="3"/>
          </p:nvPr>
        </p:nvPicPr>
        <p:blipFill rotWithShape="1">
          <a:blip r:embed="rId4">
            <a:alphaModFix/>
          </a:blip>
          <a:srcRect l="19821" t="26608" r="22337" b="10171"/>
          <a:stretch/>
        </p:blipFill>
        <p:spPr>
          <a:xfrm>
            <a:off x="5910262" y="452296"/>
            <a:ext cx="2776500" cy="2019900"/>
          </a:xfrm>
          <a:prstGeom prst="roundRect">
            <a:avLst>
              <a:gd name="adj" fmla="val 16667"/>
            </a:avLst>
          </a:prstGeom>
        </p:spPr>
      </p:pic>
      <p:pic>
        <p:nvPicPr>
          <p:cNvPr id="290" name="Google Shape;290;p40"/>
          <p:cNvPicPr preferRelativeResize="0">
            <a:picLocks noGrp="1"/>
          </p:cNvPicPr>
          <p:nvPr>
            <p:ph type="pic" idx="4"/>
          </p:nvPr>
        </p:nvPicPr>
        <p:blipFill rotWithShape="1">
          <a:blip r:embed="rId5">
            <a:alphaModFix/>
          </a:blip>
          <a:srcRect l="8222" r="8214"/>
          <a:stretch/>
        </p:blipFill>
        <p:spPr>
          <a:xfrm>
            <a:off x="457200" y="452628"/>
            <a:ext cx="5291100" cy="4214700"/>
          </a:xfrm>
          <a:prstGeom prst="roundRect">
            <a:avLst>
              <a:gd name="adj" fmla="val 16667"/>
            </a:avLst>
          </a:prstGeom>
        </p:spPr>
      </p:pic>
      <p:sp>
        <p:nvSpPr>
          <p:cNvPr id="291" name="Google Shape;291;p40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pic>
        <p:nvPicPr>
          <p:cNvPr id="292" name="Google Shape;292;p40"/>
          <p:cNvPicPr preferRelativeResize="0"/>
          <p:nvPr/>
        </p:nvPicPr>
        <p:blipFill rotWithShape="1">
          <a:blip r:embed="rId6">
            <a:alphaModFix/>
          </a:blip>
          <a:srcRect b="84197"/>
          <a:stretch/>
        </p:blipFill>
        <p:spPr>
          <a:xfrm>
            <a:off x="0" y="0"/>
            <a:ext cx="9148777" cy="8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0"/>
          <p:cNvPicPr preferRelativeResize="0"/>
          <p:nvPr/>
        </p:nvPicPr>
        <p:blipFill rotWithShape="1">
          <a:blip r:embed="rId7">
            <a:alphaModFix/>
          </a:blip>
          <a:srcRect t="709" b="709"/>
          <a:stretch/>
        </p:blipFill>
        <p:spPr>
          <a:xfrm>
            <a:off x="7538833" y="240172"/>
            <a:ext cx="1377803" cy="258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4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1898" b="3591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99" name="Google Shape;299;p41"/>
          <p:cNvPicPr preferRelativeResize="0"/>
          <p:nvPr/>
        </p:nvPicPr>
        <p:blipFill rotWithShape="1">
          <a:blip r:embed="rId4">
            <a:alphaModFix/>
          </a:blip>
          <a:srcRect b="84197"/>
          <a:stretch/>
        </p:blipFill>
        <p:spPr>
          <a:xfrm>
            <a:off x="0" y="0"/>
            <a:ext cx="9148777" cy="8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41"/>
          <p:cNvPicPr preferRelativeResize="0"/>
          <p:nvPr/>
        </p:nvPicPr>
        <p:blipFill rotWithShape="1">
          <a:blip r:embed="rId5">
            <a:alphaModFix/>
          </a:blip>
          <a:srcRect t="709" b="709"/>
          <a:stretch/>
        </p:blipFill>
        <p:spPr>
          <a:xfrm>
            <a:off x="7538833" y="240172"/>
            <a:ext cx="1377803" cy="258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1"/>
          <p:cNvPicPr preferRelativeResize="0"/>
          <p:nvPr/>
        </p:nvPicPr>
        <p:blipFill rotWithShape="1">
          <a:blip r:embed="rId4">
            <a:alphaModFix/>
          </a:blip>
          <a:srcRect t="91388"/>
          <a:stretch/>
        </p:blipFill>
        <p:spPr>
          <a:xfrm>
            <a:off x="0" y="4704921"/>
            <a:ext cx="9148777" cy="443351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41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2"/>
          <p:cNvSpPr txBox="1">
            <a:spLocks noGrp="1"/>
          </p:cNvSpPr>
          <p:nvPr>
            <p:ph type="sldNum" idx="12"/>
          </p:nvPr>
        </p:nvSpPr>
        <p:spPr>
          <a:xfrm>
            <a:off x="182880" y="4854549"/>
            <a:ext cx="274200" cy="21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Source Sans 3"/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44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819843" y="286172"/>
            <a:ext cx="2009774" cy="382258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44"/>
          <p:cNvSpPr txBox="1">
            <a:spLocks noGrp="1"/>
          </p:cNvSpPr>
          <p:nvPr>
            <p:ph type="title"/>
          </p:nvPr>
        </p:nvSpPr>
        <p:spPr>
          <a:xfrm>
            <a:off x="457200" y="1715850"/>
            <a:ext cx="8229600" cy="17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Teko SemiBold"/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Teko SemiBold"/>
                <a:ea typeface="Teko SemiBold"/>
                <a:cs typeface="Teko SemiBold"/>
                <a:sym typeface="Teko SemiBold"/>
              </a:rPr>
              <a:t>Thank you!</a:t>
            </a:r>
            <a:endParaRPr sz="6000" b="1" i="0" u="none" strike="noStrike" cap="none">
              <a:solidFill>
                <a:srgbClr val="FFFFFF"/>
              </a:solidFill>
              <a:latin typeface="Teko SemiBold"/>
              <a:ea typeface="Teko SemiBold"/>
              <a:cs typeface="Teko SemiBold"/>
              <a:sym typeface="Teko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Notch">
  <a:themeElements>
    <a:clrScheme name="Blue &amp; Gold">
      <a:dk1>
        <a:srgbClr val="182B48"/>
      </a:dk1>
      <a:lt1>
        <a:srgbClr val="FFFFFF"/>
      </a:lt1>
      <a:dk2>
        <a:srgbClr val="00629B"/>
      </a:dk2>
      <a:lt2>
        <a:srgbClr val="FEFFFF"/>
      </a:lt2>
      <a:accent1>
        <a:srgbClr val="00629B"/>
      </a:accent1>
      <a:accent2>
        <a:srgbClr val="00C6D7"/>
      </a:accent2>
      <a:accent3>
        <a:srgbClr val="B6B1A9"/>
      </a:accent3>
      <a:accent4>
        <a:srgbClr val="182B49"/>
      </a:accent4>
      <a:accent5>
        <a:srgbClr val="747678"/>
      </a:accent5>
      <a:accent6>
        <a:srgbClr val="00C6D7"/>
      </a:accent6>
      <a:hlink>
        <a:srgbClr val="00629B"/>
      </a:hlink>
      <a:folHlink>
        <a:srgbClr val="7475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3226</Words>
  <Application>Microsoft Office PowerPoint</Application>
  <PresentationFormat>On-screen Show (16:9)</PresentationFormat>
  <Paragraphs>218</Paragraphs>
  <Slides>48</Slides>
  <Notes>48</Notes>
  <HiddenSlides>25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49" baseType="lpstr">
      <vt:lpstr>Blue Notch</vt:lpstr>
      <vt:lpstr>Bioinspired Backbone Geometry for Multi-Point 3D Force Estimation in Continuum Robots</vt:lpstr>
      <vt:lpstr>Contents</vt:lpstr>
      <vt:lpstr>Introduction</vt:lpstr>
      <vt:lpstr>Motivation</vt:lpstr>
      <vt:lpstr>Limitations of Current Approaches </vt:lpstr>
      <vt:lpstr>Limitations of Current Approaches</vt:lpstr>
      <vt:lpstr>Limitations of Current Approaches</vt:lpstr>
      <vt:lpstr>Bio-Inspiration</vt:lpstr>
      <vt:lpstr>Contributions</vt:lpstr>
      <vt:lpstr>Force Estimation Model</vt:lpstr>
      <vt:lpstr>Modeling Framework</vt:lpstr>
      <vt:lpstr>Model Configuration</vt:lpstr>
      <vt:lpstr>The Forward Model</vt:lpstr>
      <vt:lpstr>The Inverse Model</vt:lpstr>
      <vt:lpstr>Design Optimization</vt:lpstr>
      <vt:lpstr>The Ill-Conditioned Cylindrical Backbone</vt:lpstr>
      <vt:lpstr>Design Optimization Formulation</vt:lpstr>
      <vt:lpstr>Fabrication</vt:lpstr>
      <vt:lpstr>Continuum Robot Fabrication</vt:lpstr>
      <vt:lpstr>Testing Rig Fabrication</vt:lpstr>
      <vt:lpstr>Electronics</vt:lpstr>
      <vt:lpstr>Results &amp; Discussion</vt:lpstr>
      <vt:lpstr>Conclusion &amp; Future Work</vt:lpstr>
      <vt:lpstr>Blue Notch Template</vt:lpstr>
      <vt:lpstr>Contents</vt:lpstr>
      <vt:lpstr>Template Layouts</vt:lpstr>
      <vt:lpstr>Campus Sub-brand Logos</vt:lpstr>
      <vt:lpstr>Fonts</vt:lpstr>
      <vt:lpstr>Google Slides vs PowerPoint vs Keynote</vt:lpstr>
      <vt:lpstr>PowerPoint Presentation</vt:lpstr>
      <vt:lpstr>Title Slide with Photo</vt:lpstr>
      <vt:lpstr>Simple Agenda Title</vt:lpstr>
      <vt:lpstr>Stylish Agenda Title Goes Here</vt:lpstr>
      <vt:lpstr>Slide Title Here on Multiple Lines</vt:lpstr>
      <vt:lpstr>Section Title Goes Here</vt:lpstr>
      <vt:lpstr>Content Slide</vt:lpstr>
      <vt:lpstr>Bulleted Content Slide</vt:lpstr>
      <vt:lpstr>Two-Column Content Slide</vt:lpstr>
      <vt:lpstr>Slide Title Here</vt:lpstr>
      <vt:lpstr>Slide Title Only</vt:lpstr>
      <vt:lpstr>PowerPoint Presentation</vt:lpstr>
      <vt:lpstr>100%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Bio-Inspired Backbone Geometry for Multi-Point 3D Force Estimation in Continuum Robots</dc:title>
  <cp:lastModifiedBy>Jones, Noah</cp:lastModifiedBy>
  <cp:revision>133</cp:revision>
  <dcterms:modified xsi:type="dcterms:W3CDTF">2026-02-26T03:28:23Z</dcterms:modified>
</cp:coreProperties>
</file>